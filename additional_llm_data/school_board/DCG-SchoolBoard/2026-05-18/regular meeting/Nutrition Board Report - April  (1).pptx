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8"/>
  </p:notesMasterIdLst>
  <p:handoutMasterIdLst>
    <p:handoutMasterId r:id="rId9"/>
  </p:handoutMasterIdLst>
  <p:sldIdLst>
    <p:sldId id="268" r:id="rId5"/>
    <p:sldId id="260" r:id="rId6"/>
    <p:sldId id="267" r:id="rId7"/>
  </p:sldIdLst>
  <p:sldSz cx="7772400" cy="1005840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7521"/>
    <a:srgbClr val="BF3739"/>
    <a:srgbClr val="E6E6E6"/>
    <a:srgbClr val="734D1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73" autoAdjust="0"/>
    <p:restoredTop sz="94705"/>
  </p:normalViewPr>
  <p:slideViewPr>
    <p:cSldViewPr>
      <p:cViewPr>
        <p:scale>
          <a:sx n="83" d="100"/>
          <a:sy n="83" d="100"/>
        </p:scale>
        <p:origin x="240" y="-1640"/>
      </p:cViewPr>
      <p:guideLst>
        <p:guide orient="horz" pos="2880"/>
        <p:guide pos="2160"/>
      </p:guideLst>
    </p:cSldViewPr>
  </p:slideViewPr>
  <p:notesTextViewPr>
    <p:cViewPr>
      <p:scale>
        <a:sx n="100" d="100"/>
        <a:sy n="100" d="100"/>
      </p:scale>
      <p:origin x="0" y="0"/>
    </p:cViewPr>
  </p:notesTextViewPr>
  <p:notesViewPr>
    <p:cSldViewPr>
      <p:cViewPr varScale="1">
        <p:scale>
          <a:sx n="101" d="100"/>
          <a:sy n="101" d="100"/>
        </p:scale>
        <p:origin x="4064"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59E00D-6B2E-4948-8649-3FF830F5C374}"/>
              </a:ext>
            </a:extLst>
          </p:cNvPr>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E86DAF3-2C2C-8A49-8D01-61F1DC67943D}"/>
              </a:ext>
            </a:extLst>
          </p:cNvPr>
          <p:cNvSpPr>
            <a:spLocks noGrp="1"/>
          </p:cNvSpPr>
          <p:nvPr>
            <p:ph type="dt" sz="quarter" idx="1"/>
          </p:nvPr>
        </p:nvSpPr>
        <p:spPr>
          <a:xfrm>
            <a:off x="4402138" y="0"/>
            <a:ext cx="3368675" cy="504825"/>
          </a:xfrm>
          <a:prstGeom prst="rect">
            <a:avLst/>
          </a:prstGeom>
        </p:spPr>
        <p:txBody>
          <a:bodyPr vert="horz" lIns="91440" tIns="45720" rIns="91440" bIns="45720" rtlCol="0"/>
          <a:lstStyle>
            <a:lvl1pPr algn="r">
              <a:defRPr sz="1200"/>
            </a:lvl1pPr>
          </a:lstStyle>
          <a:p>
            <a:fld id="{BBCB0A6F-64B5-4945-BC72-639D1CC9DB24}" type="datetimeFigureOut">
              <a:rPr lang="en-US" smtClean="0"/>
              <a:t>4/7/2026</a:t>
            </a:fld>
            <a:endParaRPr lang="en-US" dirty="0"/>
          </a:p>
        </p:txBody>
      </p:sp>
      <p:sp>
        <p:nvSpPr>
          <p:cNvPr id="4" name="Footer Placeholder 3">
            <a:extLst>
              <a:ext uri="{FF2B5EF4-FFF2-40B4-BE49-F238E27FC236}">
                <a16:creationId xmlns:a16="http://schemas.microsoft.com/office/drawing/2014/main" id="{BE3F9869-7832-614B-9630-A4970C74DEC3}"/>
              </a:ext>
            </a:extLst>
          </p:cNvPr>
          <p:cNvSpPr>
            <a:spLocks noGrp="1"/>
          </p:cNvSpPr>
          <p:nvPr>
            <p:ph type="ftr" sz="quarter" idx="2"/>
          </p:nvPr>
        </p:nvSpPr>
        <p:spPr>
          <a:xfrm>
            <a:off x="0" y="9553575"/>
            <a:ext cx="3368675" cy="50482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7D58BF4-932F-9F40-A9FA-13F400189FC9}"/>
              </a:ext>
            </a:extLst>
          </p:cNvPr>
          <p:cNvSpPr>
            <a:spLocks noGrp="1"/>
          </p:cNvSpPr>
          <p:nvPr>
            <p:ph type="sldNum" sz="quarter" idx="3"/>
          </p:nvPr>
        </p:nvSpPr>
        <p:spPr>
          <a:xfrm>
            <a:off x="4402138" y="9553575"/>
            <a:ext cx="3368675" cy="504825"/>
          </a:xfrm>
          <a:prstGeom prst="rect">
            <a:avLst/>
          </a:prstGeom>
        </p:spPr>
        <p:txBody>
          <a:bodyPr vert="horz" lIns="91440" tIns="45720" rIns="91440" bIns="45720" rtlCol="0" anchor="b"/>
          <a:lstStyle>
            <a:lvl1pPr algn="r">
              <a:defRPr sz="1200"/>
            </a:lvl1pPr>
          </a:lstStyle>
          <a:p>
            <a:fld id="{91779BFF-36C3-DD49-B704-297206B67A54}" type="slidenum">
              <a:rPr lang="en-US" smtClean="0"/>
              <a:t>‹#›</a:t>
            </a:fld>
            <a:endParaRPr lang="en-US" dirty="0"/>
          </a:p>
        </p:txBody>
      </p:sp>
    </p:spTree>
    <p:extLst>
      <p:ext uri="{BB962C8B-B14F-4D97-AF65-F5344CB8AC3E}">
        <p14:creationId xmlns:p14="http://schemas.microsoft.com/office/powerpoint/2010/main" val="24217826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4402138" y="0"/>
            <a:ext cx="3368675" cy="504825"/>
          </a:xfrm>
          <a:prstGeom prst="rect">
            <a:avLst/>
          </a:prstGeom>
        </p:spPr>
        <p:txBody>
          <a:bodyPr vert="horz" lIns="91440" tIns="45720" rIns="91440" bIns="45720" rtlCol="0"/>
          <a:lstStyle>
            <a:lvl1pPr algn="r">
              <a:defRPr sz="1200"/>
            </a:lvl1pPr>
          </a:lstStyle>
          <a:p>
            <a:fld id="{66070858-2815-FC47-A0B0-C940A6D6FE9D}" type="datetimeFigureOut">
              <a:rPr lang="en-US" smtClean="0"/>
              <a:t>4/7/2026</a:t>
            </a:fld>
            <a:endParaRPr lang="en-US" dirty="0"/>
          </a:p>
        </p:txBody>
      </p:sp>
      <p:sp>
        <p:nvSpPr>
          <p:cNvPr id="4" name="Slide Image Placeholder 3"/>
          <p:cNvSpPr>
            <a:spLocks noGrp="1" noRot="1" noChangeAspect="1"/>
          </p:cNvSpPr>
          <p:nvPr>
            <p:ph type="sldImg" idx="2"/>
          </p:nvPr>
        </p:nvSpPr>
        <p:spPr>
          <a:xfrm>
            <a:off x="2574925" y="1257300"/>
            <a:ext cx="2622550" cy="3394075"/>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777875" y="4840288"/>
            <a:ext cx="6216650" cy="39608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553575"/>
            <a:ext cx="3368675" cy="504825"/>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402138" y="9553575"/>
            <a:ext cx="3368675" cy="504825"/>
          </a:xfrm>
          <a:prstGeom prst="rect">
            <a:avLst/>
          </a:prstGeom>
        </p:spPr>
        <p:txBody>
          <a:bodyPr vert="horz" lIns="91440" tIns="45720" rIns="91440" bIns="45720" rtlCol="0" anchor="b"/>
          <a:lstStyle>
            <a:lvl1pPr algn="r">
              <a:defRPr sz="1200"/>
            </a:lvl1pPr>
          </a:lstStyle>
          <a:p>
            <a:fld id="{4B9C737D-B11A-804D-980B-B56E7BDDD00B}" type="slidenum">
              <a:rPr lang="en-US" smtClean="0"/>
              <a:t>‹#›</a:t>
            </a:fld>
            <a:endParaRPr lang="en-US" dirty="0"/>
          </a:p>
        </p:txBody>
      </p:sp>
    </p:spTree>
    <p:extLst>
      <p:ext uri="{BB962C8B-B14F-4D97-AF65-F5344CB8AC3E}">
        <p14:creationId xmlns:p14="http://schemas.microsoft.com/office/powerpoint/2010/main" val="332561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B9C737D-B11A-804D-980B-B56E7BDDD00B}" type="slidenum">
              <a:rPr lang="en-US" smtClean="0"/>
              <a:t>2</a:t>
            </a:fld>
            <a:endParaRPr lang="en-US" dirty="0"/>
          </a:p>
        </p:txBody>
      </p:sp>
    </p:spTree>
    <p:extLst>
      <p:ext uri="{BB962C8B-B14F-4D97-AF65-F5344CB8AC3E}">
        <p14:creationId xmlns:p14="http://schemas.microsoft.com/office/powerpoint/2010/main" val="27584470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382316E-73A2-6449-85B8-9A86FEC9DC4F}"/>
              </a:ext>
            </a:extLst>
          </p:cNvPr>
          <p:cNvSpPr/>
          <p:nvPr userDrawn="1"/>
        </p:nvSpPr>
        <p:spPr>
          <a:xfrm>
            <a:off x="-3883" y="0"/>
            <a:ext cx="7776283" cy="13319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bk object 17"/>
          <p:cNvSpPr/>
          <p:nvPr/>
        </p:nvSpPr>
        <p:spPr>
          <a:xfrm>
            <a:off x="4707952" y="6407811"/>
            <a:ext cx="2267585" cy="0"/>
          </a:xfrm>
          <a:custGeom>
            <a:avLst/>
            <a:gdLst/>
            <a:ahLst/>
            <a:cxnLst/>
            <a:rect l="l" t="t" r="r" b="b"/>
            <a:pathLst>
              <a:path w="2267584">
                <a:moveTo>
                  <a:pt x="0" y="0"/>
                </a:moveTo>
                <a:lnTo>
                  <a:pt x="2267199" y="0"/>
                </a:lnTo>
              </a:path>
            </a:pathLst>
          </a:custGeom>
          <a:ln w="26881">
            <a:solidFill>
              <a:srgbClr val="FFFFFF"/>
            </a:solidFill>
          </a:ln>
        </p:spPr>
        <p:txBody>
          <a:bodyPr wrap="square" lIns="0" tIns="0" rIns="0" bIns="0" rtlCol="0"/>
          <a:lstStyle/>
          <a:p>
            <a:endParaRPr dirty="0"/>
          </a:p>
        </p:txBody>
      </p:sp>
      <p:sp>
        <p:nvSpPr>
          <p:cNvPr id="18" name="bk object 18"/>
          <p:cNvSpPr/>
          <p:nvPr/>
        </p:nvSpPr>
        <p:spPr>
          <a:xfrm>
            <a:off x="4707952" y="7413232"/>
            <a:ext cx="2267585" cy="0"/>
          </a:xfrm>
          <a:custGeom>
            <a:avLst/>
            <a:gdLst/>
            <a:ahLst/>
            <a:cxnLst/>
            <a:rect l="l" t="t" r="r" b="b"/>
            <a:pathLst>
              <a:path w="2267584">
                <a:moveTo>
                  <a:pt x="0" y="0"/>
                </a:moveTo>
                <a:lnTo>
                  <a:pt x="2267199" y="0"/>
                </a:lnTo>
              </a:path>
            </a:pathLst>
          </a:custGeom>
          <a:ln w="26881">
            <a:solidFill>
              <a:srgbClr val="FFFFFF"/>
            </a:solidFill>
          </a:ln>
        </p:spPr>
        <p:txBody>
          <a:bodyPr wrap="square" lIns="0" tIns="0" rIns="0" bIns="0" rtlCol="0"/>
          <a:lstStyle/>
          <a:p>
            <a:endParaRPr dirty="0"/>
          </a:p>
        </p:txBody>
      </p:sp>
      <p:sp>
        <p:nvSpPr>
          <p:cNvPr id="19" name="bk object 19"/>
          <p:cNvSpPr/>
          <p:nvPr/>
        </p:nvSpPr>
        <p:spPr>
          <a:xfrm>
            <a:off x="4707952" y="8363052"/>
            <a:ext cx="2267585" cy="0"/>
          </a:xfrm>
          <a:custGeom>
            <a:avLst/>
            <a:gdLst/>
            <a:ahLst/>
            <a:cxnLst/>
            <a:rect l="l" t="t" r="r" b="b"/>
            <a:pathLst>
              <a:path w="2267584">
                <a:moveTo>
                  <a:pt x="0" y="0"/>
                </a:moveTo>
                <a:lnTo>
                  <a:pt x="2267199" y="0"/>
                </a:lnTo>
              </a:path>
            </a:pathLst>
          </a:custGeom>
          <a:ln w="26881">
            <a:solidFill>
              <a:srgbClr val="FFFFFF"/>
            </a:solidFill>
          </a:ln>
        </p:spPr>
        <p:txBody>
          <a:bodyPr wrap="square" lIns="0" tIns="0" rIns="0" bIns="0" rtlCol="0"/>
          <a:lstStyle/>
          <a:p>
            <a:endParaRPr dirty="0"/>
          </a:p>
        </p:txBody>
      </p:sp>
      <p:sp>
        <p:nvSpPr>
          <p:cNvPr id="21" name="bk object 21"/>
          <p:cNvSpPr/>
          <p:nvPr/>
        </p:nvSpPr>
        <p:spPr>
          <a:xfrm>
            <a:off x="4707952" y="5413668"/>
            <a:ext cx="2267585" cy="0"/>
          </a:xfrm>
          <a:custGeom>
            <a:avLst/>
            <a:gdLst/>
            <a:ahLst/>
            <a:cxnLst/>
            <a:rect l="l" t="t" r="r" b="b"/>
            <a:pathLst>
              <a:path w="2267584">
                <a:moveTo>
                  <a:pt x="0" y="0"/>
                </a:moveTo>
                <a:lnTo>
                  <a:pt x="2267199" y="0"/>
                </a:lnTo>
              </a:path>
            </a:pathLst>
          </a:custGeom>
          <a:ln w="26881">
            <a:solidFill>
              <a:srgbClr val="FFFFFF"/>
            </a:solidFill>
          </a:ln>
        </p:spPr>
        <p:txBody>
          <a:bodyPr wrap="square" lIns="0" tIns="0" rIns="0" bIns="0" rtlCol="0"/>
          <a:lstStyle/>
          <a:p>
            <a:endParaRPr dirty="0"/>
          </a:p>
        </p:txBody>
      </p:sp>
      <p:sp>
        <p:nvSpPr>
          <p:cNvPr id="3" name="Holder 3"/>
          <p:cNvSpPr>
            <a:spLocks noGrp="1"/>
          </p:cNvSpPr>
          <p:nvPr>
            <p:ph type="body" idx="1"/>
          </p:nvPr>
        </p:nvSpPr>
        <p:spPr>
          <a:xfrm>
            <a:off x="664513" y="4863158"/>
            <a:ext cx="3526488" cy="3863340"/>
          </a:xfrm>
          <a:prstGeom prst="rect">
            <a:avLst/>
          </a:prstGeom>
        </p:spPr>
        <p:txBody>
          <a:bodyPr lIns="0" tIns="0" rIns="0" bIns="0"/>
          <a:lstStyle>
            <a:lvl1pPr>
              <a:defRPr b="0" i="0">
                <a:solidFill>
                  <a:schemeClr val="tx1"/>
                </a:solidFill>
              </a:defRPr>
            </a:lvl1pPr>
          </a:lstStyle>
          <a:p>
            <a:endParaRPr dirty="0"/>
          </a:p>
        </p:txBody>
      </p:sp>
      <p:sp>
        <p:nvSpPr>
          <p:cNvPr id="10" name="Picture Placeholder 9">
            <a:extLst>
              <a:ext uri="{FF2B5EF4-FFF2-40B4-BE49-F238E27FC236}">
                <a16:creationId xmlns:a16="http://schemas.microsoft.com/office/drawing/2014/main" id="{1B7D3EFC-35F5-634B-AFEF-C9DEEBB30525}"/>
              </a:ext>
            </a:extLst>
          </p:cNvPr>
          <p:cNvSpPr>
            <a:spLocks noGrp="1"/>
          </p:cNvSpPr>
          <p:nvPr>
            <p:ph type="pic" sz="quarter" idx="10"/>
          </p:nvPr>
        </p:nvSpPr>
        <p:spPr>
          <a:xfrm>
            <a:off x="555268" y="1489570"/>
            <a:ext cx="6534507" cy="2999324"/>
          </a:xfrm>
          <a:prstGeom prst="rect">
            <a:avLst/>
          </a:prstGeom>
        </p:spPr>
        <p:txBody>
          <a:bodyPr/>
          <a:lstStyle/>
          <a:p>
            <a:pPr marL="0" algn="l" rtl="0"/>
            <a:endParaRPr lang="en-US" dirty="0"/>
          </a:p>
        </p:txBody>
      </p:sp>
      <p:sp>
        <p:nvSpPr>
          <p:cNvPr id="12" name="Picture Placeholder 11">
            <a:extLst>
              <a:ext uri="{FF2B5EF4-FFF2-40B4-BE49-F238E27FC236}">
                <a16:creationId xmlns:a16="http://schemas.microsoft.com/office/drawing/2014/main" id="{9A66CFE4-5AC4-9B4E-8684-B444084CD863}"/>
              </a:ext>
            </a:extLst>
          </p:cNvPr>
          <p:cNvSpPr>
            <a:spLocks noGrp="1"/>
          </p:cNvSpPr>
          <p:nvPr>
            <p:ph type="pic" sz="quarter" idx="11"/>
          </p:nvPr>
        </p:nvSpPr>
        <p:spPr>
          <a:xfrm>
            <a:off x="664512" y="8915400"/>
            <a:ext cx="782637" cy="782638"/>
          </a:xfrm>
          <a:prstGeom prst="rect">
            <a:avLst/>
          </a:prstGeom>
        </p:spPr>
        <p:txBody>
          <a:bodyPr/>
          <a:lstStyle/>
          <a:p>
            <a:endParaRPr lang="en-US" dirty="0"/>
          </a:p>
        </p:txBody>
      </p:sp>
      <p:pic>
        <p:nvPicPr>
          <p:cNvPr id="5" name="Picture 4" descr="A group of colorful circles&#10;&#10;Description automatically generated">
            <a:extLst>
              <a:ext uri="{FF2B5EF4-FFF2-40B4-BE49-F238E27FC236}">
                <a16:creationId xmlns:a16="http://schemas.microsoft.com/office/drawing/2014/main" id="{0934105E-BA7B-B9CC-4028-DC0A50F0058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8845465">
            <a:off x="6911110" y="-426003"/>
            <a:ext cx="1079645" cy="1936529"/>
          </a:xfrm>
          <a:prstGeom prst="rect">
            <a:avLst/>
          </a:prstGeom>
        </p:spPr>
      </p:pic>
      <p:grpSp>
        <p:nvGrpSpPr>
          <p:cNvPr id="6" name="Group 5">
            <a:extLst>
              <a:ext uri="{FF2B5EF4-FFF2-40B4-BE49-F238E27FC236}">
                <a16:creationId xmlns:a16="http://schemas.microsoft.com/office/drawing/2014/main" id="{79AC2B63-359B-9C70-B3AD-8997AB279349}"/>
              </a:ext>
            </a:extLst>
          </p:cNvPr>
          <p:cNvGrpSpPr/>
          <p:nvPr userDrawn="1"/>
        </p:nvGrpSpPr>
        <p:grpSpPr>
          <a:xfrm>
            <a:off x="6893965" y="954664"/>
            <a:ext cx="652648" cy="567313"/>
            <a:chOff x="3301826" y="2759805"/>
            <a:chExt cx="2014105" cy="1750757"/>
          </a:xfrm>
        </p:grpSpPr>
        <p:sp>
          <p:nvSpPr>
            <p:cNvPr id="7" name="Oval 6">
              <a:extLst>
                <a:ext uri="{FF2B5EF4-FFF2-40B4-BE49-F238E27FC236}">
                  <a16:creationId xmlns:a16="http://schemas.microsoft.com/office/drawing/2014/main" id="{0B308630-4824-322E-5289-362A04C83938}"/>
                </a:ext>
              </a:extLst>
            </p:cNvPr>
            <p:cNvSpPr/>
            <p:nvPr/>
          </p:nvSpPr>
          <p:spPr>
            <a:xfrm>
              <a:off x="4725381" y="3819999"/>
              <a:ext cx="590550" cy="590550"/>
            </a:xfrm>
            <a:prstGeom prst="ellipse">
              <a:avLst/>
            </a:prstGeom>
            <a:solidFill>
              <a:srgbClr val="EC85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8" name="Oval 7">
              <a:extLst>
                <a:ext uri="{FF2B5EF4-FFF2-40B4-BE49-F238E27FC236}">
                  <a16:creationId xmlns:a16="http://schemas.microsoft.com/office/drawing/2014/main" id="{A9A9582A-251E-B3E2-28B9-7ECFB04A6693}"/>
                </a:ext>
              </a:extLst>
            </p:cNvPr>
            <p:cNvSpPr/>
            <p:nvPr/>
          </p:nvSpPr>
          <p:spPr>
            <a:xfrm>
              <a:off x="3301826" y="3076293"/>
              <a:ext cx="900112" cy="900112"/>
            </a:xfrm>
            <a:prstGeom prst="ellipse">
              <a:avLst/>
            </a:prstGeom>
            <a:solidFill>
              <a:srgbClr val="FFC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9" name="Oval 8">
              <a:extLst>
                <a:ext uri="{FF2B5EF4-FFF2-40B4-BE49-F238E27FC236}">
                  <a16:creationId xmlns:a16="http://schemas.microsoft.com/office/drawing/2014/main" id="{681BD6DF-F008-E1E3-ADD0-893817C61F7B}"/>
                </a:ext>
              </a:extLst>
            </p:cNvPr>
            <p:cNvSpPr/>
            <p:nvPr/>
          </p:nvSpPr>
          <p:spPr>
            <a:xfrm>
              <a:off x="3903847" y="4115274"/>
              <a:ext cx="395288" cy="395288"/>
            </a:xfrm>
            <a:prstGeom prst="ellipse">
              <a:avLst/>
            </a:prstGeom>
            <a:solidFill>
              <a:srgbClr val="4B9A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11" name="Oval 10">
              <a:extLst>
                <a:ext uri="{FF2B5EF4-FFF2-40B4-BE49-F238E27FC236}">
                  <a16:creationId xmlns:a16="http://schemas.microsoft.com/office/drawing/2014/main" id="{66D33561-47CE-6E4E-E488-2D9202EF3521}"/>
                </a:ext>
              </a:extLst>
            </p:cNvPr>
            <p:cNvSpPr/>
            <p:nvPr/>
          </p:nvSpPr>
          <p:spPr>
            <a:xfrm>
              <a:off x="4173029" y="2759805"/>
              <a:ext cx="494108" cy="494108"/>
            </a:xfrm>
            <a:prstGeom prst="ellipse">
              <a:avLst/>
            </a:prstGeom>
            <a:solidFill>
              <a:srgbClr val="EB9B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grpSp>
      <p:pic>
        <p:nvPicPr>
          <p:cNvPr id="28" name="Picture 27" descr="A blue text with a cross on it&#10;&#10;Description automatically generated">
            <a:extLst>
              <a:ext uri="{FF2B5EF4-FFF2-40B4-BE49-F238E27FC236}">
                <a16:creationId xmlns:a16="http://schemas.microsoft.com/office/drawing/2014/main" id="{279B54B1-B957-B20B-1AB9-CA64D3C2A89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436199" y="9323579"/>
            <a:ext cx="2014733" cy="374459"/>
          </a:xfrm>
          <a:prstGeom prst="rect">
            <a:avLst/>
          </a:prstGeom>
        </p:spPr>
      </p:pic>
    </p:spTree>
  </p:cSld>
  <p:clrMapOvr>
    <a:masterClrMapping/>
  </p:clrMapOvr>
  <p:extLst>
    <p:ext uri="{DCECCB84-F9BA-43D5-87BE-67443E8EF086}">
      <p15:sldGuideLst xmlns:p15="http://schemas.microsoft.com/office/powerpoint/2012/main">
        <p15:guide id="1" orient="horz" pos="3168" userDrawn="1">
          <p15:clr>
            <a:srgbClr val="FBAE40"/>
          </p15:clr>
        </p15:guide>
        <p15:guide id="2" pos="244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762AEFE-830A-CE43-A301-F27BC3350178}"/>
              </a:ext>
            </a:extLst>
          </p:cNvPr>
          <p:cNvSpPr>
            <a:spLocks noGrp="1"/>
          </p:cNvSpPr>
          <p:nvPr>
            <p:ph type="pic" sz="quarter" idx="10"/>
          </p:nvPr>
        </p:nvSpPr>
        <p:spPr>
          <a:xfrm>
            <a:off x="4343400" y="889747"/>
            <a:ext cx="2895600" cy="2630487"/>
          </a:xfrm>
          <a:prstGeom prst="rect">
            <a:avLst/>
          </a:prstGeom>
        </p:spPr>
        <p:txBody>
          <a:bodyPr/>
          <a:lstStyle/>
          <a:p>
            <a:pPr marL="0" algn="l" rtl="0"/>
            <a:endParaRPr lang="en-US" dirty="0"/>
          </a:p>
        </p:txBody>
      </p:sp>
      <p:sp>
        <p:nvSpPr>
          <p:cNvPr id="3" name="Rectangle 2">
            <a:extLst>
              <a:ext uri="{FF2B5EF4-FFF2-40B4-BE49-F238E27FC236}">
                <a16:creationId xmlns:a16="http://schemas.microsoft.com/office/drawing/2014/main" id="{E6D19DD9-01A5-EC47-9BDD-6ABA2D826E75}"/>
              </a:ext>
            </a:extLst>
          </p:cNvPr>
          <p:cNvSpPr/>
          <p:nvPr userDrawn="1"/>
        </p:nvSpPr>
        <p:spPr>
          <a:xfrm>
            <a:off x="-3883" y="0"/>
            <a:ext cx="7776283" cy="3532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CB523A7A-48EB-3F41-8B29-70679BFF0DB2}"/>
              </a:ext>
            </a:extLst>
          </p:cNvPr>
          <p:cNvSpPr/>
          <p:nvPr userDrawn="1"/>
        </p:nvSpPr>
        <p:spPr>
          <a:xfrm>
            <a:off x="-3883" y="7327"/>
            <a:ext cx="7776283" cy="59265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10FDF2AE-2C47-7247-D422-7CE2CCE1B931}"/>
              </a:ext>
            </a:extLst>
          </p:cNvPr>
          <p:cNvPicPr>
            <a:picLocks noChangeAspect="1"/>
          </p:cNvPicPr>
          <p:nvPr userDrawn="1"/>
        </p:nvPicPr>
        <p:blipFill>
          <a:blip r:embed="rId2"/>
          <a:stretch>
            <a:fillRect/>
          </a:stretch>
        </p:blipFill>
        <p:spPr>
          <a:xfrm>
            <a:off x="-381000" y="-89873"/>
            <a:ext cx="1207903" cy="2396324"/>
          </a:xfrm>
          <a:prstGeom prst="rect">
            <a:avLst/>
          </a:prstGeom>
        </p:spPr>
      </p:pic>
      <p:sp>
        <p:nvSpPr>
          <p:cNvPr id="5" name="Rectangle 4">
            <a:extLst>
              <a:ext uri="{FF2B5EF4-FFF2-40B4-BE49-F238E27FC236}">
                <a16:creationId xmlns:a16="http://schemas.microsoft.com/office/drawing/2014/main" id="{664C640D-5AAF-FE63-57E0-D559F1BAD9DB}"/>
              </a:ext>
            </a:extLst>
          </p:cNvPr>
          <p:cNvSpPr/>
          <p:nvPr userDrawn="1"/>
        </p:nvSpPr>
        <p:spPr>
          <a:xfrm>
            <a:off x="0" y="3809999"/>
            <a:ext cx="7772400" cy="32004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icture Placeholder 7">
            <a:extLst>
              <a:ext uri="{FF2B5EF4-FFF2-40B4-BE49-F238E27FC236}">
                <a16:creationId xmlns:a16="http://schemas.microsoft.com/office/drawing/2014/main" id="{EBE4EAA7-458A-17CF-E986-9A3345A636F5}"/>
              </a:ext>
            </a:extLst>
          </p:cNvPr>
          <p:cNvSpPr>
            <a:spLocks noGrp="1"/>
          </p:cNvSpPr>
          <p:nvPr>
            <p:ph type="pic" sz="quarter" idx="11"/>
          </p:nvPr>
        </p:nvSpPr>
        <p:spPr>
          <a:xfrm>
            <a:off x="457200" y="4094955"/>
            <a:ext cx="2895600" cy="2630487"/>
          </a:xfrm>
          <a:prstGeom prst="rect">
            <a:avLst/>
          </a:prstGeom>
        </p:spPr>
        <p:txBody>
          <a:bodyPr/>
          <a:lstStyle/>
          <a:p>
            <a:pPr marL="0" algn="l" rtl="0"/>
            <a:endParaRPr lang="en-US" dirty="0"/>
          </a:p>
        </p:txBody>
      </p:sp>
      <p:sp>
        <p:nvSpPr>
          <p:cNvPr id="9" name="Picture Placeholder 6">
            <a:extLst>
              <a:ext uri="{FF2B5EF4-FFF2-40B4-BE49-F238E27FC236}">
                <a16:creationId xmlns:a16="http://schemas.microsoft.com/office/drawing/2014/main" id="{704370EB-6E6A-6ED0-C80C-F54425C39780}"/>
              </a:ext>
            </a:extLst>
          </p:cNvPr>
          <p:cNvSpPr>
            <a:spLocks noGrp="1"/>
          </p:cNvSpPr>
          <p:nvPr>
            <p:ph type="pic" sz="quarter" idx="12"/>
          </p:nvPr>
        </p:nvSpPr>
        <p:spPr>
          <a:xfrm>
            <a:off x="222951" y="7963579"/>
            <a:ext cx="2194560" cy="1645920"/>
          </a:xfrm>
          <a:prstGeom prst="rect">
            <a:avLst/>
          </a:prstGeom>
        </p:spPr>
        <p:txBody>
          <a:bodyPr/>
          <a:lstStyle/>
          <a:p>
            <a:endParaRPr lang="en-US" dirty="0"/>
          </a:p>
        </p:txBody>
      </p:sp>
      <p:sp>
        <p:nvSpPr>
          <p:cNvPr id="11" name="Picture Placeholder 10">
            <a:extLst>
              <a:ext uri="{FF2B5EF4-FFF2-40B4-BE49-F238E27FC236}">
                <a16:creationId xmlns:a16="http://schemas.microsoft.com/office/drawing/2014/main" id="{CB6DA3AC-7140-EDDA-4A60-2520E22102DE}"/>
              </a:ext>
            </a:extLst>
          </p:cNvPr>
          <p:cNvSpPr>
            <a:spLocks noGrp="1"/>
          </p:cNvSpPr>
          <p:nvPr>
            <p:ph type="pic" sz="quarter" idx="14"/>
          </p:nvPr>
        </p:nvSpPr>
        <p:spPr>
          <a:xfrm>
            <a:off x="2788920" y="7963579"/>
            <a:ext cx="2194560" cy="1645920"/>
          </a:xfrm>
          <a:prstGeom prst="rect">
            <a:avLst/>
          </a:prstGeom>
        </p:spPr>
        <p:txBody>
          <a:bodyPr/>
          <a:lstStyle/>
          <a:p>
            <a:endParaRPr lang="en-US"/>
          </a:p>
        </p:txBody>
      </p:sp>
      <p:sp>
        <p:nvSpPr>
          <p:cNvPr id="10" name="Picture Placeholder 9">
            <a:extLst>
              <a:ext uri="{FF2B5EF4-FFF2-40B4-BE49-F238E27FC236}">
                <a16:creationId xmlns:a16="http://schemas.microsoft.com/office/drawing/2014/main" id="{F4E1C393-A34A-26A7-9DC9-9AE3EB0F6335}"/>
              </a:ext>
            </a:extLst>
          </p:cNvPr>
          <p:cNvSpPr>
            <a:spLocks noGrp="1"/>
          </p:cNvSpPr>
          <p:nvPr>
            <p:ph type="pic" sz="quarter" idx="13"/>
          </p:nvPr>
        </p:nvSpPr>
        <p:spPr>
          <a:xfrm>
            <a:off x="5354889" y="7963579"/>
            <a:ext cx="2194560" cy="1645920"/>
          </a:xfrm>
          <a:prstGeom prst="rect">
            <a:avLst/>
          </a:prstGeom>
        </p:spPr>
        <p:txBody>
          <a:bodyPr/>
          <a:lstStyle/>
          <a:p>
            <a:endParaRPr lang="en-US"/>
          </a:p>
        </p:txBody>
      </p:sp>
    </p:spTree>
  </p:cSld>
  <p:clrMapOvr>
    <a:masterClrMapping/>
  </p:clrMapOvr>
  <p:extLst>
    <p:ext uri="{DCECCB84-F9BA-43D5-87BE-67443E8EF086}">
      <p15:sldGuideLst xmlns:p15="http://schemas.microsoft.com/office/powerpoint/2012/main">
        <p15:guide id="1" orient="horz" pos="3168" userDrawn="1">
          <p15:clr>
            <a:srgbClr val="FBAE40"/>
          </p15:clr>
        </p15:guide>
        <p15:guide id="2" pos="244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le Only">
    <p:bg>
      <p:bgPr>
        <a:solidFill>
          <a:schemeClr val="bg1"/>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762AEFE-830A-CE43-A301-F27BC3350178}"/>
              </a:ext>
            </a:extLst>
          </p:cNvPr>
          <p:cNvSpPr>
            <a:spLocks noGrp="1"/>
          </p:cNvSpPr>
          <p:nvPr>
            <p:ph type="pic" sz="quarter" idx="10"/>
          </p:nvPr>
        </p:nvSpPr>
        <p:spPr>
          <a:xfrm>
            <a:off x="574804" y="7963579"/>
            <a:ext cx="1828800" cy="1828800"/>
          </a:xfrm>
          <a:prstGeom prst="rect">
            <a:avLst/>
          </a:prstGeom>
        </p:spPr>
        <p:txBody>
          <a:bodyPr/>
          <a:lstStyle/>
          <a:p>
            <a:pPr marL="0" algn="l" rtl="0"/>
            <a:endParaRPr lang="en-US" dirty="0"/>
          </a:p>
        </p:txBody>
      </p:sp>
      <p:sp>
        <p:nvSpPr>
          <p:cNvPr id="3" name="Rectangle 2">
            <a:extLst>
              <a:ext uri="{FF2B5EF4-FFF2-40B4-BE49-F238E27FC236}">
                <a16:creationId xmlns:a16="http://schemas.microsoft.com/office/drawing/2014/main" id="{E6D19DD9-01A5-EC47-9BDD-6ABA2D826E75}"/>
              </a:ext>
            </a:extLst>
          </p:cNvPr>
          <p:cNvSpPr/>
          <p:nvPr userDrawn="1"/>
        </p:nvSpPr>
        <p:spPr>
          <a:xfrm>
            <a:off x="-3883" y="0"/>
            <a:ext cx="7776283" cy="3532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CB523A7A-48EB-3F41-8B29-70679BFF0DB2}"/>
              </a:ext>
            </a:extLst>
          </p:cNvPr>
          <p:cNvSpPr/>
          <p:nvPr userDrawn="1"/>
        </p:nvSpPr>
        <p:spPr>
          <a:xfrm>
            <a:off x="-3883" y="7327"/>
            <a:ext cx="7776283" cy="59265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10FDF2AE-2C47-7247-D422-7CE2CCE1B931}"/>
              </a:ext>
            </a:extLst>
          </p:cNvPr>
          <p:cNvPicPr>
            <a:picLocks noChangeAspect="1"/>
          </p:cNvPicPr>
          <p:nvPr userDrawn="1"/>
        </p:nvPicPr>
        <p:blipFill>
          <a:blip r:embed="rId2"/>
          <a:stretch>
            <a:fillRect/>
          </a:stretch>
        </p:blipFill>
        <p:spPr>
          <a:xfrm>
            <a:off x="-381000" y="-89873"/>
            <a:ext cx="1207903" cy="2396324"/>
          </a:xfrm>
          <a:prstGeom prst="rect">
            <a:avLst/>
          </a:prstGeom>
        </p:spPr>
      </p:pic>
      <p:sp>
        <p:nvSpPr>
          <p:cNvPr id="7" name="Picture Placeholder 7">
            <a:extLst>
              <a:ext uri="{FF2B5EF4-FFF2-40B4-BE49-F238E27FC236}">
                <a16:creationId xmlns:a16="http://schemas.microsoft.com/office/drawing/2014/main" id="{D095DB3F-5CB0-9E1F-CD7B-5120FA9F9938}"/>
              </a:ext>
            </a:extLst>
          </p:cNvPr>
          <p:cNvSpPr>
            <a:spLocks noGrp="1"/>
          </p:cNvSpPr>
          <p:nvPr>
            <p:ph type="pic" sz="quarter" idx="11"/>
          </p:nvPr>
        </p:nvSpPr>
        <p:spPr>
          <a:xfrm>
            <a:off x="4414106" y="1091588"/>
            <a:ext cx="2743200" cy="2743200"/>
          </a:xfrm>
          <a:prstGeom prst="rect">
            <a:avLst/>
          </a:prstGeom>
        </p:spPr>
        <p:txBody>
          <a:bodyPr/>
          <a:lstStyle/>
          <a:p>
            <a:pPr marL="0" algn="l" rtl="0"/>
            <a:endParaRPr lang="en-US" dirty="0"/>
          </a:p>
        </p:txBody>
      </p:sp>
      <p:sp>
        <p:nvSpPr>
          <p:cNvPr id="9" name="Picture Placeholder 7">
            <a:extLst>
              <a:ext uri="{FF2B5EF4-FFF2-40B4-BE49-F238E27FC236}">
                <a16:creationId xmlns:a16="http://schemas.microsoft.com/office/drawing/2014/main" id="{9C5B44A3-2819-B4D5-9130-CFD8A77DCCA5}"/>
              </a:ext>
            </a:extLst>
          </p:cNvPr>
          <p:cNvSpPr>
            <a:spLocks noGrp="1"/>
          </p:cNvSpPr>
          <p:nvPr>
            <p:ph type="pic" sz="quarter" idx="12"/>
          </p:nvPr>
        </p:nvSpPr>
        <p:spPr>
          <a:xfrm>
            <a:off x="4414106" y="4191000"/>
            <a:ext cx="2743200" cy="2743200"/>
          </a:xfrm>
          <a:prstGeom prst="rect">
            <a:avLst/>
          </a:prstGeom>
        </p:spPr>
        <p:txBody>
          <a:bodyPr/>
          <a:lstStyle/>
          <a:p>
            <a:pPr marL="0" algn="l" rtl="0"/>
            <a:endParaRPr lang="en-US" dirty="0"/>
          </a:p>
        </p:txBody>
      </p:sp>
      <p:sp>
        <p:nvSpPr>
          <p:cNvPr id="15" name="Picture Placeholder 7">
            <a:extLst>
              <a:ext uri="{FF2B5EF4-FFF2-40B4-BE49-F238E27FC236}">
                <a16:creationId xmlns:a16="http://schemas.microsoft.com/office/drawing/2014/main" id="{E8E80CB7-6BFF-5CF9-A054-AE8C3AA3806C}"/>
              </a:ext>
            </a:extLst>
          </p:cNvPr>
          <p:cNvSpPr>
            <a:spLocks noGrp="1"/>
          </p:cNvSpPr>
          <p:nvPr>
            <p:ph type="pic" sz="quarter" idx="13"/>
          </p:nvPr>
        </p:nvSpPr>
        <p:spPr>
          <a:xfrm>
            <a:off x="5328506" y="7963579"/>
            <a:ext cx="1828800" cy="1828800"/>
          </a:xfrm>
          <a:prstGeom prst="rect">
            <a:avLst/>
          </a:prstGeom>
        </p:spPr>
        <p:txBody>
          <a:bodyPr/>
          <a:lstStyle/>
          <a:p>
            <a:pPr marL="0" algn="l" rtl="0"/>
            <a:endParaRPr lang="en-US" dirty="0"/>
          </a:p>
        </p:txBody>
      </p:sp>
      <p:sp>
        <p:nvSpPr>
          <p:cNvPr id="16" name="Picture Placeholder 7">
            <a:extLst>
              <a:ext uri="{FF2B5EF4-FFF2-40B4-BE49-F238E27FC236}">
                <a16:creationId xmlns:a16="http://schemas.microsoft.com/office/drawing/2014/main" id="{4BFB1DD7-4AA1-3090-E10B-42B301D7AC40}"/>
              </a:ext>
            </a:extLst>
          </p:cNvPr>
          <p:cNvSpPr>
            <a:spLocks noGrp="1"/>
          </p:cNvSpPr>
          <p:nvPr>
            <p:ph type="pic" sz="quarter" idx="14"/>
          </p:nvPr>
        </p:nvSpPr>
        <p:spPr>
          <a:xfrm>
            <a:off x="2971800" y="7963579"/>
            <a:ext cx="1828800" cy="1828800"/>
          </a:xfrm>
          <a:prstGeom prst="rect">
            <a:avLst/>
          </a:prstGeom>
        </p:spPr>
        <p:txBody>
          <a:bodyPr/>
          <a:lstStyle/>
          <a:p>
            <a:pPr marL="0" algn="l" rtl="0"/>
            <a:endParaRPr lang="en-US" dirty="0"/>
          </a:p>
        </p:txBody>
      </p:sp>
    </p:spTree>
    <p:extLst>
      <p:ext uri="{BB962C8B-B14F-4D97-AF65-F5344CB8AC3E}">
        <p14:creationId xmlns:p14="http://schemas.microsoft.com/office/powerpoint/2010/main" val="4211457583"/>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id="{A309A16D-2C84-B743-B762-F62E77758B2C}"/>
              </a:ext>
            </a:extLst>
          </p:cNvPr>
          <p:cNvSpPr/>
          <p:nvPr userDrawn="1"/>
        </p:nvSpPr>
        <p:spPr>
          <a:xfrm flipH="1">
            <a:off x="0" y="5029200"/>
            <a:ext cx="7776283" cy="5036217"/>
          </a:xfrm>
          <a:custGeom>
            <a:avLst/>
            <a:gdLst/>
            <a:ahLst/>
            <a:cxnLst/>
            <a:rect l="l" t="t" r="r" b="b"/>
            <a:pathLst>
              <a:path w="2472054" h="8462010">
                <a:moveTo>
                  <a:pt x="0" y="0"/>
                </a:moveTo>
                <a:lnTo>
                  <a:pt x="2471553" y="0"/>
                </a:lnTo>
                <a:lnTo>
                  <a:pt x="2471553" y="8461713"/>
                </a:lnTo>
                <a:lnTo>
                  <a:pt x="0" y="8461713"/>
                </a:lnTo>
                <a:lnTo>
                  <a:pt x="0" y="0"/>
                </a:lnTo>
                <a:close/>
              </a:path>
            </a:pathLst>
          </a:custGeom>
          <a:solidFill>
            <a:schemeClr val="accent1"/>
          </a:solidFill>
        </p:spPr>
        <p:txBody>
          <a:bodyPr wrap="square" lIns="0" tIns="0" rIns="0" bIns="0" rtlCol="0"/>
          <a:lstStyle/>
          <a:p>
            <a:endParaRPr dirty="0"/>
          </a:p>
        </p:txBody>
      </p:sp>
      <p:sp>
        <p:nvSpPr>
          <p:cNvPr id="11" name="Picture Placeholder 10">
            <a:extLst>
              <a:ext uri="{FF2B5EF4-FFF2-40B4-BE49-F238E27FC236}">
                <a16:creationId xmlns:a16="http://schemas.microsoft.com/office/drawing/2014/main" id="{C3469C62-E31E-A54C-8382-50851F7AF17C}"/>
              </a:ext>
            </a:extLst>
          </p:cNvPr>
          <p:cNvSpPr>
            <a:spLocks noGrp="1"/>
          </p:cNvSpPr>
          <p:nvPr>
            <p:ph type="pic" sz="quarter" idx="10"/>
          </p:nvPr>
        </p:nvSpPr>
        <p:spPr>
          <a:xfrm>
            <a:off x="316040" y="1457245"/>
            <a:ext cx="3189159" cy="2592948"/>
          </a:xfrm>
          <a:prstGeom prst="rect">
            <a:avLst/>
          </a:prstGeom>
        </p:spPr>
        <p:txBody>
          <a:bodyPr/>
          <a:lstStyle/>
          <a:p>
            <a:pPr marL="0" algn="l" rtl="0"/>
            <a:endParaRPr lang="en-US" dirty="0"/>
          </a:p>
        </p:txBody>
      </p:sp>
      <p:sp>
        <p:nvSpPr>
          <p:cNvPr id="13" name="Picture Placeholder 12">
            <a:extLst>
              <a:ext uri="{FF2B5EF4-FFF2-40B4-BE49-F238E27FC236}">
                <a16:creationId xmlns:a16="http://schemas.microsoft.com/office/drawing/2014/main" id="{2FFBBF9E-5C8F-3A46-A40D-F23F6FE2E229}"/>
              </a:ext>
            </a:extLst>
          </p:cNvPr>
          <p:cNvSpPr>
            <a:spLocks noGrp="1"/>
          </p:cNvSpPr>
          <p:nvPr>
            <p:ph type="pic" sz="quarter" idx="11"/>
          </p:nvPr>
        </p:nvSpPr>
        <p:spPr>
          <a:xfrm>
            <a:off x="9677400" y="1066800"/>
            <a:ext cx="4272849" cy="3201337"/>
          </a:xfrm>
          <a:prstGeom prst="rect">
            <a:avLst/>
          </a:prstGeom>
        </p:spPr>
        <p:txBody>
          <a:bodyPr/>
          <a:lstStyle/>
          <a:p>
            <a:pPr marL="0" algn="l" rtl="0"/>
            <a:endParaRPr lang="en-US" dirty="0"/>
          </a:p>
        </p:txBody>
      </p:sp>
      <p:sp>
        <p:nvSpPr>
          <p:cNvPr id="15" name="Picture Placeholder 12">
            <a:extLst>
              <a:ext uri="{FF2B5EF4-FFF2-40B4-BE49-F238E27FC236}">
                <a16:creationId xmlns:a16="http://schemas.microsoft.com/office/drawing/2014/main" id="{171FE462-F854-F943-808E-16D64F195B49}"/>
              </a:ext>
            </a:extLst>
          </p:cNvPr>
          <p:cNvSpPr>
            <a:spLocks noGrp="1"/>
          </p:cNvSpPr>
          <p:nvPr>
            <p:ph type="pic" sz="quarter" idx="13"/>
          </p:nvPr>
        </p:nvSpPr>
        <p:spPr>
          <a:xfrm>
            <a:off x="5381565" y="8229600"/>
            <a:ext cx="2233709" cy="1562100"/>
          </a:xfrm>
          <a:prstGeom prst="rect">
            <a:avLst/>
          </a:prstGeom>
        </p:spPr>
        <p:txBody>
          <a:bodyPr/>
          <a:lstStyle/>
          <a:p>
            <a:pPr marL="0" algn="l" rtl="0"/>
            <a:endParaRPr lang="en-US" dirty="0"/>
          </a:p>
        </p:txBody>
      </p:sp>
      <p:sp>
        <p:nvSpPr>
          <p:cNvPr id="4" name="Rectangle 3">
            <a:extLst>
              <a:ext uri="{FF2B5EF4-FFF2-40B4-BE49-F238E27FC236}">
                <a16:creationId xmlns:a16="http://schemas.microsoft.com/office/drawing/2014/main" id="{BBAFB3BE-55FC-6507-0542-C7236565BAA6}"/>
              </a:ext>
            </a:extLst>
          </p:cNvPr>
          <p:cNvSpPr/>
          <p:nvPr userDrawn="1"/>
        </p:nvSpPr>
        <p:spPr>
          <a:xfrm>
            <a:off x="0" y="-51499"/>
            <a:ext cx="7776283" cy="105947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a:extLst>
              <a:ext uri="{FF2B5EF4-FFF2-40B4-BE49-F238E27FC236}">
                <a16:creationId xmlns:a16="http://schemas.microsoft.com/office/drawing/2014/main" id="{DFEED8F9-8F7F-0D40-A4D6-2AEF19CB28B3}"/>
              </a:ext>
            </a:extLst>
          </p:cNvPr>
          <p:cNvPicPr>
            <a:picLocks noChangeAspect="1"/>
          </p:cNvPicPr>
          <p:nvPr userDrawn="1"/>
        </p:nvPicPr>
        <p:blipFill>
          <a:blip r:embed="rId3"/>
          <a:stretch>
            <a:fillRect/>
          </a:stretch>
        </p:blipFill>
        <p:spPr>
          <a:xfrm rot="709252">
            <a:off x="-204661" y="63860"/>
            <a:ext cx="1207903" cy="2396324"/>
          </a:xfrm>
          <a:prstGeom prst="rect">
            <a:avLst/>
          </a:prstGeom>
        </p:spPr>
      </p:pic>
      <p:sp>
        <p:nvSpPr>
          <p:cNvPr id="8" name="Picture Placeholder 12">
            <a:extLst>
              <a:ext uri="{FF2B5EF4-FFF2-40B4-BE49-F238E27FC236}">
                <a16:creationId xmlns:a16="http://schemas.microsoft.com/office/drawing/2014/main" id="{B94C43C6-BB24-D854-D6A7-CBB97106C24D}"/>
              </a:ext>
            </a:extLst>
          </p:cNvPr>
          <p:cNvSpPr>
            <a:spLocks noGrp="1"/>
          </p:cNvSpPr>
          <p:nvPr>
            <p:ph type="pic" sz="quarter" idx="14"/>
          </p:nvPr>
        </p:nvSpPr>
        <p:spPr>
          <a:xfrm>
            <a:off x="2750295" y="8229600"/>
            <a:ext cx="2233709" cy="1562100"/>
          </a:xfrm>
          <a:prstGeom prst="rect">
            <a:avLst/>
          </a:prstGeom>
        </p:spPr>
        <p:txBody>
          <a:bodyPr/>
          <a:lstStyle/>
          <a:p>
            <a:pPr marL="0" algn="l" rtl="0"/>
            <a:endParaRPr lang="en-US" dirty="0"/>
          </a:p>
        </p:txBody>
      </p:sp>
      <p:sp>
        <p:nvSpPr>
          <p:cNvPr id="10" name="Picture Placeholder 12">
            <a:extLst>
              <a:ext uri="{FF2B5EF4-FFF2-40B4-BE49-F238E27FC236}">
                <a16:creationId xmlns:a16="http://schemas.microsoft.com/office/drawing/2014/main" id="{80429586-D7D0-B90F-E00B-51986CE52475}"/>
              </a:ext>
            </a:extLst>
          </p:cNvPr>
          <p:cNvSpPr>
            <a:spLocks noGrp="1"/>
          </p:cNvSpPr>
          <p:nvPr>
            <p:ph type="pic" sz="quarter" idx="15"/>
          </p:nvPr>
        </p:nvSpPr>
        <p:spPr>
          <a:xfrm>
            <a:off x="119026" y="8229600"/>
            <a:ext cx="2233709" cy="1562100"/>
          </a:xfrm>
          <a:prstGeom prst="rect">
            <a:avLst/>
          </a:prstGeom>
        </p:spPr>
        <p:txBody>
          <a:bodyPr/>
          <a:lstStyle/>
          <a:p>
            <a:pPr marL="0" algn="l" rtl="0"/>
            <a:endParaRPr lang="en-US" dirty="0"/>
          </a:p>
        </p:txBody>
      </p:sp>
      <p:sp>
        <p:nvSpPr>
          <p:cNvPr id="12" name="Picture Placeholder 12">
            <a:extLst>
              <a:ext uri="{FF2B5EF4-FFF2-40B4-BE49-F238E27FC236}">
                <a16:creationId xmlns:a16="http://schemas.microsoft.com/office/drawing/2014/main" id="{13B5F8E2-62FE-A189-F98F-E705975A3017}"/>
              </a:ext>
            </a:extLst>
          </p:cNvPr>
          <p:cNvSpPr>
            <a:spLocks noGrp="1"/>
          </p:cNvSpPr>
          <p:nvPr>
            <p:ph type="pic" sz="quarter" idx="16"/>
          </p:nvPr>
        </p:nvSpPr>
        <p:spPr>
          <a:xfrm>
            <a:off x="4038600" y="4463008"/>
            <a:ext cx="3417760" cy="2560681"/>
          </a:xfrm>
          <a:prstGeom prst="rect">
            <a:avLst/>
          </a:prstGeom>
        </p:spPr>
        <p:txBody>
          <a:bodyPr/>
          <a:lstStyle/>
          <a:p>
            <a:pPr marL="0" algn="l" rtl="0"/>
            <a:endParaRPr lang="en-US" dirty="0"/>
          </a:p>
        </p:txBody>
      </p:sp>
      <p:sp>
        <p:nvSpPr>
          <p:cNvPr id="16" name="TextBox 15">
            <a:extLst>
              <a:ext uri="{FF2B5EF4-FFF2-40B4-BE49-F238E27FC236}">
                <a16:creationId xmlns:a16="http://schemas.microsoft.com/office/drawing/2014/main" id="{AB73C149-3E50-FD6E-2C44-A66B8653ED8B}"/>
              </a:ext>
            </a:extLst>
          </p:cNvPr>
          <p:cNvSpPr txBox="1"/>
          <p:nvPr userDrawn="1"/>
        </p:nvSpPr>
        <p:spPr>
          <a:xfrm>
            <a:off x="1656598" y="302134"/>
            <a:ext cx="4724400" cy="461665"/>
          </a:xfrm>
          <a:prstGeom prst="rect">
            <a:avLst/>
          </a:prstGeom>
          <a:noFill/>
        </p:spPr>
        <p:txBody>
          <a:bodyPr wrap="square" rtlCol="0">
            <a:spAutoFit/>
          </a:bodyPr>
          <a:lstStyle/>
          <a:p>
            <a:r>
              <a:rPr lang="en-US" sz="2400" dirty="0">
                <a:solidFill>
                  <a:schemeClr val="bg1"/>
                </a:solidFill>
                <a:latin typeface="Arial Rounded MT Bold" panose="020F0704030504030204" pitchFamily="34" charset="0"/>
              </a:rPr>
              <a:t>What’s Happening in the Cafe!</a:t>
            </a:r>
          </a:p>
        </p:txBody>
      </p:sp>
      <p:sp>
        <p:nvSpPr>
          <p:cNvPr id="19" name="Picture Placeholder 18">
            <a:extLst>
              <a:ext uri="{FF2B5EF4-FFF2-40B4-BE49-F238E27FC236}">
                <a16:creationId xmlns:a16="http://schemas.microsoft.com/office/drawing/2014/main" id="{DB85E54C-5B50-4E54-6400-28C37DA059BE}"/>
              </a:ext>
            </a:extLst>
          </p:cNvPr>
          <p:cNvSpPr>
            <a:spLocks noGrp="1"/>
          </p:cNvSpPr>
          <p:nvPr>
            <p:ph type="pic" sz="quarter" idx="17"/>
          </p:nvPr>
        </p:nvSpPr>
        <p:spPr>
          <a:xfrm>
            <a:off x="6096000" y="8601075"/>
            <a:ext cx="914400" cy="914400"/>
          </a:xfrm>
          <a:prstGeom prst="rect">
            <a:avLst/>
          </a:prstGeom>
        </p:spPr>
        <p:txBody>
          <a:bodyPr/>
          <a:lstStyle/>
          <a:p>
            <a:endParaRPr lang="en-US" dirty="0"/>
          </a:p>
        </p:txBody>
      </p:sp>
    </p:spTree>
    <p:extLst>
      <p:ext uri="{BB962C8B-B14F-4D97-AF65-F5344CB8AC3E}">
        <p14:creationId xmlns:p14="http://schemas.microsoft.com/office/powerpoint/2010/main" val="3207057324"/>
      </p:ext>
    </p:extLst>
  </p:cSld>
  <p:clrMapOvr>
    <a:masterClrMapping/>
  </p:clrMapOvr>
  <p:extLst>
    <p:ext uri="{DCECCB84-F9BA-43D5-87BE-67443E8EF086}">
      <p15:sldGuideLst xmlns:p15="http://schemas.microsoft.com/office/powerpoint/2012/main">
        <p15:guide id="1" orient="horz" pos="3168" userDrawn="1">
          <p15:clr>
            <a:srgbClr val="FBAE40"/>
          </p15:clr>
        </p15:guide>
        <p15:guide id="2" pos="244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Title Only">
    <p:bg>
      <p:bgPr>
        <a:solidFill>
          <a:srgbClr val="FFFFF9"/>
        </a:solidFill>
        <a:effectLst/>
      </p:bgPr>
    </p:bg>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4349F3A3-5C10-104B-BA8F-DB427BCFBED9}"/>
              </a:ext>
            </a:extLst>
          </p:cNvPr>
          <p:cNvSpPr/>
          <p:nvPr userDrawn="1"/>
        </p:nvSpPr>
        <p:spPr>
          <a:xfrm>
            <a:off x="0" y="0"/>
            <a:ext cx="7772400" cy="777240"/>
          </a:xfrm>
          <a:custGeom>
            <a:avLst/>
            <a:gdLst/>
            <a:ahLst/>
            <a:cxnLst/>
            <a:rect l="l" t="t" r="r" b="b"/>
            <a:pathLst>
              <a:path w="7772400" h="777240">
                <a:moveTo>
                  <a:pt x="0" y="777239"/>
                </a:moveTo>
                <a:lnTo>
                  <a:pt x="7772399" y="777239"/>
                </a:lnTo>
                <a:lnTo>
                  <a:pt x="7772399" y="0"/>
                </a:lnTo>
                <a:lnTo>
                  <a:pt x="0" y="0"/>
                </a:lnTo>
                <a:lnTo>
                  <a:pt x="0" y="777239"/>
                </a:lnTo>
                <a:close/>
              </a:path>
            </a:pathLst>
          </a:custGeom>
          <a:solidFill>
            <a:srgbClr val="FFFFF9"/>
          </a:solidFill>
        </p:spPr>
        <p:txBody>
          <a:bodyPr wrap="square" lIns="0" tIns="0" rIns="0" bIns="0" rtlCol="0"/>
          <a:lstStyle/>
          <a:p>
            <a:endParaRPr dirty="0"/>
          </a:p>
        </p:txBody>
      </p:sp>
      <p:sp>
        <p:nvSpPr>
          <p:cNvPr id="18" name="Picture Placeholder 7">
            <a:extLst>
              <a:ext uri="{FF2B5EF4-FFF2-40B4-BE49-F238E27FC236}">
                <a16:creationId xmlns:a16="http://schemas.microsoft.com/office/drawing/2014/main" id="{0977A379-339D-7443-BFAA-1AB2052E3E33}"/>
              </a:ext>
            </a:extLst>
          </p:cNvPr>
          <p:cNvSpPr>
            <a:spLocks noGrp="1"/>
          </p:cNvSpPr>
          <p:nvPr>
            <p:ph type="pic" sz="quarter" idx="11"/>
          </p:nvPr>
        </p:nvSpPr>
        <p:spPr>
          <a:xfrm>
            <a:off x="457200" y="5562600"/>
            <a:ext cx="3810000" cy="4114799"/>
          </a:xfrm>
          <a:prstGeom prst="rect">
            <a:avLst/>
          </a:prstGeom>
        </p:spPr>
        <p:txBody>
          <a:bodyPr/>
          <a:lstStyle/>
          <a:p>
            <a:pPr marL="0" algn="l" rtl="0"/>
            <a:endParaRPr lang="en-US" dirty="0"/>
          </a:p>
        </p:txBody>
      </p:sp>
      <p:sp>
        <p:nvSpPr>
          <p:cNvPr id="11" name="Rectangle 10">
            <a:extLst>
              <a:ext uri="{FF2B5EF4-FFF2-40B4-BE49-F238E27FC236}">
                <a16:creationId xmlns:a16="http://schemas.microsoft.com/office/drawing/2014/main" id="{19CF896A-69FC-7449-BB18-D6B2A4D39ACE}"/>
              </a:ext>
            </a:extLst>
          </p:cNvPr>
          <p:cNvSpPr/>
          <p:nvPr userDrawn="1"/>
        </p:nvSpPr>
        <p:spPr>
          <a:xfrm>
            <a:off x="3048" y="1"/>
            <a:ext cx="7776283" cy="17525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39235031"/>
      </p:ext>
    </p:extLst>
  </p:cSld>
  <p:clrMapOvr>
    <a:masterClrMapping/>
  </p:clrMapOvr>
  <p:extLst>
    <p:ext uri="{DCECCB84-F9BA-43D5-87BE-67443E8EF086}">
      <p15:sldGuideLst xmlns:p15="http://schemas.microsoft.com/office/powerpoint/2012/main">
        <p15:guide id="1" orient="horz" pos="3168" userDrawn="1">
          <p15:clr>
            <a:srgbClr val="FBAE40"/>
          </p15:clr>
        </p15:guide>
        <p15:guide id="2" pos="244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id="{A309A16D-2C84-B743-B762-F62E77758B2C}"/>
              </a:ext>
            </a:extLst>
          </p:cNvPr>
          <p:cNvSpPr/>
          <p:nvPr userDrawn="1"/>
        </p:nvSpPr>
        <p:spPr>
          <a:xfrm>
            <a:off x="4908254" y="1295400"/>
            <a:ext cx="2534024" cy="8393436"/>
          </a:xfrm>
          <a:custGeom>
            <a:avLst/>
            <a:gdLst/>
            <a:ahLst/>
            <a:cxnLst/>
            <a:rect l="l" t="t" r="r" b="b"/>
            <a:pathLst>
              <a:path w="2472054" h="8462010">
                <a:moveTo>
                  <a:pt x="0" y="0"/>
                </a:moveTo>
                <a:lnTo>
                  <a:pt x="2471553" y="0"/>
                </a:lnTo>
                <a:lnTo>
                  <a:pt x="2471553" y="8461713"/>
                </a:lnTo>
                <a:lnTo>
                  <a:pt x="0" y="8461713"/>
                </a:lnTo>
                <a:lnTo>
                  <a:pt x="0" y="0"/>
                </a:lnTo>
                <a:close/>
              </a:path>
            </a:pathLst>
          </a:custGeom>
          <a:solidFill>
            <a:schemeClr val="tx2"/>
          </a:solidFill>
        </p:spPr>
        <p:txBody>
          <a:bodyPr wrap="square" lIns="0" tIns="0" rIns="0" bIns="0" rtlCol="0"/>
          <a:lstStyle/>
          <a:p>
            <a:endParaRPr dirty="0"/>
          </a:p>
        </p:txBody>
      </p:sp>
      <p:sp>
        <p:nvSpPr>
          <p:cNvPr id="11" name="Picture Placeholder 10">
            <a:extLst>
              <a:ext uri="{FF2B5EF4-FFF2-40B4-BE49-F238E27FC236}">
                <a16:creationId xmlns:a16="http://schemas.microsoft.com/office/drawing/2014/main" id="{C3469C62-E31E-A54C-8382-50851F7AF17C}"/>
              </a:ext>
            </a:extLst>
          </p:cNvPr>
          <p:cNvSpPr>
            <a:spLocks noGrp="1"/>
          </p:cNvSpPr>
          <p:nvPr>
            <p:ph type="pic" sz="quarter" idx="10"/>
          </p:nvPr>
        </p:nvSpPr>
        <p:spPr>
          <a:xfrm>
            <a:off x="5184666" y="1494076"/>
            <a:ext cx="1981200" cy="1981200"/>
          </a:xfrm>
          <a:prstGeom prst="rect">
            <a:avLst/>
          </a:prstGeom>
        </p:spPr>
        <p:txBody>
          <a:bodyPr/>
          <a:lstStyle/>
          <a:p>
            <a:pPr marL="0" algn="l" rtl="0"/>
            <a:endParaRPr lang="en-US" dirty="0"/>
          </a:p>
        </p:txBody>
      </p:sp>
      <p:sp>
        <p:nvSpPr>
          <p:cNvPr id="13" name="Picture Placeholder 12">
            <a:extLst>
              <a:ext uri="{FF2B5EF4-FFF2-40B4-BE49-F238E27FC236}">
                <a16:creationId xmlns:a16="http://schemas.microsoft.com/office/drawing/2014/main" id="{2FFBBF9E-5C8F-3A46-A40D-F23F6FE2E229}"/>
              </a:ext>
            </a:extLst>
          </p:cNvPr>
          <p:cNvSpPr>
            <a:spLocks noGrp="1"/>
          </p:cNvSpPr>
          <p:nvPr>
            <p:ph type="pic" sz="quarter" idx="11"/>
          </p:nvPr>
        </p:nvSpPr>
        <p:spPr>
          <a:xfrm>
            <a:off x="308786" y="3713656"/>
            <a:ext cx="1852911" cy="1852911"/>
          </a:xfrm>
          <a:prstGeom prst="rect">
            <a:avLst/>
          </a:prstGeom>
        </p:spPr>
        <p:txBody>
          <a:bodyPr/>
          <a:lstStyle/>
          <a:p>
            <a:pPr marL="0" algn="l" rtl="0"/>
            <a:endParaRPr lang="en-US" dirty="0"/>
          </a:p>
        </p:txBody>
      </p:sp>
      <p:sp>
        <p:nvSpPr>
          <p:cNvPr id="14" name="Picture Placeholder 12">
            <a:extLst>
              <a:ext uri="{FF2B5EF4-FFF2-40B4-BE49-F238E27FC236}">
                <a16:creationId xmlns:a16="http://schemas.microsoft.com/office/drawing/2014/main" id="{085C630A-CF49-7443-B163-0AF319BE0001}"/>
              </a:ext>
            </a:extLst>
          </p:cNvPr>
          <p:cNvSpPr>
            <a:spLocks noGrp="1"/>
          </p:cNvSpPr>
          <p:nvPr>
            <p:ph type="pic" sz="quarter" idx="12"/>
          </p:nvPr>
        </p:nvSpPr>
        <p:spPr>
          <a:xfrm>
            <a:off x="308785" y="5791199"/>
            <a:ext cx="1852911" cy="1852911"/>
          </a:xfrm>
          <a:prstGeom prst="rect">
            <a:avLst/>
          </a:prstGeom>
        </p:spPr>
        <p:txBody>
          <a:bodyPr/>
          <a:lstStyle/>
          <a:p>
            <a:pPr marL="0" algn="l" rtl="0"/>
            <a:endParaRPr lang="en-US" dirty="0"/>
          </a:p>
        </p:txBody>
      </p:sp>
      <p:sp>
        <p:nvSpPr>
          <p:cNvPr id="15" name="Picture Placeholder 12">
            <a:extLst>
              <a:ext uri="{FF2B5EF4-FFF2-40B4-BE49-F238E27FC236}">
                <a16:creationId xmlns:a16="http://schemas.microsoft.com/office/drawing/2014/main" id="{171FE462-F854-F943-808E-16D64F195B49}"/>
              </a:ext>
            </a:extLst>
          </p:cNvPr>
          <p:cNvSpPr>
            <a:spLocks noGrp="1"/>
          </p:cNvSpPr>
          <p:nvPr>
            <p:ph type="pic" sz="quarter" idx="13"/>
          </p:nvPr>
        </p:nvSpPr>
        <p:spPr>
          <a:xfrm>
            <a:off x="308784" y="7835926"/>
            <a:ext cx="1852911" cy="1852911"/>
          </a:xfrm>
          <a:prstGeom prst="rect">
            <a:avLst/>
          </a:prstGeom>
        </p:spPr>
        <p:txBody>
          <a:bodyPr/>
          <a:lstStyle/>
          <a:p>
            <a:pPr marL="0" algn="l" rtl="0"/>
            <a:endParaRPr lang="en-US" dirty="0"/>
          </a:p>
        </p:txBody>
      </p:sp>
      <p:sp>
        <p:nvSpPr>
          <p:cNvPr id="8" name="Rectangle 7">
            <a:extLst>
              <a:ext uri="{FF2B5EF4-FFF2-40B4-BE49-F238E27FC236}">
                <a16:creationId xmlns:a16="http://schemas.microsoft.com/office/drawing/2014/main" id="{308D6A46-B762-FE4E-81AC-DACD51E6F94F}"/>
              </a:ext>
            </a:extLst>
          </p:cNvPr>
          <p:cNvSpPr/>
          <p:nvPr userDrawn="1"/>
        </p:nvSpPr>
        <p:spPr>
          <a:xfrm>
            <a:off x="-3883" y="7326"/>
            <a:ext cx="7776283" cy="105947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a:extLst>
              <a:ext uri="{FF2B5EF4-FFF2-40B4-BE49-F238E27FC236}">
                <a16:creationId xmlns:a16="http://schemas.microsoft.com/office/drawing/2014/main" id="{DFEED8F9-8F7F-0D40-A4D6-2AEF19CB28B3}"/>
              </a:ext>
            </a:extLst>
          </p:cNvPr>
          <p:cNvPicPr>
            <a:picLocks noChangeAspect="1"/>
          </p:cNvPicPr>
          <p:nvPr userDrawn="1"/>
        </p:nvPicPr>
        <p:blipFill>
          <a:blip r:embed="rId3"/>
          <a:stretch>
            <a:fillRect/>
          </a:stretch>
        </p:blipFill>
        <p:spPr>
          <a:xfrm>
            <a:off x="-381000" y="-89873"/>
            <a:ext cx="1207903" cy="2396324"/>
          </a:xfrm>
          <a:prstGeom prst="rect">
            <a:avLst/>
          </a:prstGeom>
        </p:spPr>
      </p:pic>
    </p:spTree>
  </p:cSld>
  <p:clrMapOvr>
    <a:masterClrMapping/>
  </p:clrMapOvr>
  <p:extLst>
    <p:ext uri="{DCECCB84-F9BA-43D5-87BE-67443E8EF086}">
      <p15:sldGuideLst xmlns:p15="http://schemas.microsoft.com/office/powerpoint/2012/main">
        <p15:guide id="1" orient="horz" pos="3168" userDrawn="1">
          <p15:clr>
            <a:srgbClr val="FBAE40"/>
          </p15:clr>
        </p15:guide>
        <p15:guide id="2" pos="244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15:guide id="1" orient="horz" pos="3168" userDrawn="1">
          <p15:clr>
            <a:srgbClr val="FBAE40"/>
          </p15:clr>
        </p15:guide>
        <p15:guide id="2" pos="244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382316E-73A2-6449-85B8-9A86FEC9DC4F}"/>
              </a:ext>
            </a:extLst>
          </p:cNvPr>
          <p:cNvSpPr/>
          <p:nvPr userDrawn="1"/>
        </p:nvSpPr>
        <p:spPr>
          <a:xfrm>
            <a:off x="-3883" y="0"/>
            <a:ext cx="7776283" cy="13319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bk object 17"/>
          <p:cNvSpPr/>
          <p:nvPr/>
        </p:nvSpPr>
        <p:spPr>
          <a:xfrm>
            <a:off x="4707952" y="6407811"/>
            <a:ext cx="2267585" cy="0"/>
          </a:xfrm>
          <a:custGeom>
            <a:avLst/>
            <a:gdLst/>
            <a:ahLst/>
            <a:cxnLst/>
            <a:rect l="l" t="t" r="r" b="b"/>
            <a:pathLst>
              <a:path w="2267584">
                <a:moveTo>
                  <a:pt x="0" y="0"/>
                </a:moveTo>
                <a:lnTo>
                  <a:pt x="2267199" y="0"/>
                </a:lnTo>
              </a:path>
            </a:pathLst>
          </a:custGeom>
          <a:ln w="26881">
            <a:solidFill>
              <a:srgbClr val="FFFFFF"/>
            </a:solidFill>
          </a:ln>
        </p:spPr>
        <p:txBody>
          <a:bodyPr wrap="square" lIns="0" tIns="0" rIns="0" bIns="0" rtlCol="0"/>
          <a:lstStyle/>
          <a:p>
            <a:endParaRPr dirty="0"/>
          </a:p>
        </p:txBody>
      </p:sp>
      <p:sp>
        <p:nvSpPr>
          <p:cNvPr id="18" name="bk object 18"/>
          <p:cNvSpPr/>
          <p:nvPr/>
        </p:nvSpPr>
        <p:spPr>
          <a:xfrm>
            <a:off x="4707952" y="7413232"/>
            <a:ext cx="2267585" cy="0"/>
          </a:xfrm>
          <a:custGeom>
            <a:avLst/>
            <a:gdLst/>
            <a:ahLst/>
            <a:cxnLst/>
            <a:rect l="l" t="t" r="r" b="b"/>
            <a:pathLst>
              <a:path w="2267584">
                <a:moveTo>
                  <a:pt x="0" y="0"/>
                </a:moveTo>
                <a:lnTo>
                  <a:pt x="2267199" y="0"/>
                </a:lnTo>
              </a:path>
            </a:pathLst>
          </a:custGeom>
          <a:ln w="26881">
            <a:solidFill>
              <a:srgbClr val="FFFFFF"/>
            </a:solidFill>
          </a:ln>
        </p:spPr>
        <p:txBody>
          <a:bodyPr wrap="square" lIns="0" tIns="0" rIns="0" bIns="0" rtlCol="0"/>
          <a:lstStyle/>
          <a:p>
            <a:endParaRPr dirty="0"/>
          </a:p>
        </p:txBody>
      </p:sp>
      <p:sp>
        <p:nvSpPr>
          <p:cNvPr id="19" name="bk object 19"/>
          <p:cNvSpPr/>
          <p:nvPr/>
        </p:nvSpPr>
        <p:spPr>
          <a:xfrm>
            <a:off x="4707952" y="8363052"/>
            <a:ext cx="2267585" cy="0"/>
          </a:xfrm>
          <a:custGeom>
            <a:avLst/>
            <a:gdLst/>
            <a:ahLst/>
            <a:cxnLst/>
            <a:rect l="l" t="t" r="r" b="b"/>
            <a:pathLst>
              <a:path w="2267584">
                <a:moveTo>
                  <a:pt x="0" y="0"/>
                </a:moveTo>
                <a:lnTo>
                  <a:pt x="2267199" y="0"/>
                </a:lnTo>
              </a:path>
            </a:pathLst>
          </a:custGeom>
          <a:ln w="26881">
            <a:solidFill>
              <a:srgbClr val="FFFFFF"/>
            </a:solidFill>
          </a:ln>
        </p:spPr>
        <p:txBody>
          <a:bodyPr wrap="square" lIns="0" tIns="0" rIns="0" bIns="0" rtlCol="0"/>
          <a:lstStyle/>
          <a:p>
            <a:endParaRPr dirty="0"/>
          </a:p>
        </p:txBody>
      </p:sp>
      <p:sp>
        <p:nvSpPr>
          <p:cNvPr id="21" name="bk object 21"/>
          <p:cNvSpPr/>
          <p:nvPr/>
        </p:nvSpPr>
        <p:spPr>
          <a:xfrm>
            <a:off x="4707952" y="5413668"/>
            <a:ext cx="2267585" cy="0"/>
          </a:xfrm>
          <a:custGeom>
            <a:avLst/>
            <a:gdLst/>
            <a:ahLst/>
            <a:cxnLst/>
            <a:rect l="l" t="t" r="r" b="b"/>
            <a:pathLst>
              <a:path w="2267584">
                <a:moveTo>
                  <a:pt x="0" y="0"/>
                </a:moveTo>
                <a:lnTo>
                  <a:pt x="2267199" y="0"/>
                </a:lnTo>
              </a:path>
            </a:pathLst>
          </a:custGeom>
          <a:ln w="26881">
            <a:solidFill>
              <a:srgbClr val="FFFFFF"/>
            </a:solidFill>
          </a:ln>
        </p:spPr>
        <p:txBody>
          <a:bodyPr wrap="square" lIns="0" tIns="0" rIns="0" bIns="0" rtlCol="0"/>
          <a:lstStyle/>
          <a:p>
            <a:endParaRPr dirty="0"/>
          </a:p>
        </p:txBody>
      </p:sp>
      <p:sp>
        <p:nvSpPr>
          <p:cNvPr id="3" name="Holder 3"/>
          <p:cNvSpPr>
            <a:spLocks noGrp="1"/>
          </p:cNvSpPr>
          <p:nvPr>
            <p:ph type="body" idx="1"/>
          </p:nvPr>
        </p:nvSpPr>
        <p:spPr>
          <a:xfrm>
            <a:off x="664513" y="4863158"/>
            <a:ext cx="3526488" cy="3863340"/>
          </a:xfrm>
          <a:prstGeom prst="rect">
            <a:avLst/>
          </a:prstGeom>
        </p:spPr>
        <p:txBody>
          <a:bodyPr lIns="0" tIns="0" rIns="0" bIns="0"/>
          <a:lstStyle>
            <a:lvl1pPr>
              <a:defRPr b="0" i="0">
                <a:solidFill>
                  <a:schemeClr val="tx1"/>
                </a:solidFill>
              </a:defRPr>
            </a:lvl1pPr>
          </a:lstStyle>
          <a:p>
            <a:endParaRPr dirty="0"/>
          </a:p>
        </p:txBody>
      </p:sp>
      <p:sp>
        <p:nvSpPr>
          <p:cNvPr id="10" name="Picture Placeholder 9">
            <a:extLst>
              <a:ext uri="{FF2B5EF4-FFF2-40B4-BE49-F238E27FC236}">
                <a16:creationId xmlns:a16="http://schemas.microsoft.com/office/drawing/2014/main" id="{1B7D3EFC-35F5-634B-AFEF-C9DEEBB30525}"/>
              </a:ext>
            </a:extLst>
          </p:cNvPr>
          <p:cNvSpPr>
            <a:spLocks noGrp="1"/>
          </p:cNvSpPr>
          <p:nvPr>
            <p:ph type="pic" sz="quarter" idx="10"/>
          </p:nvPr>
        </p:nvSpPr>
        <p:spPr>
          <a:xfrm>
            <a:off x="555268" y="1489570"/>
            <a:ext cx="6534507" cy="2999324"/>
          </a:xfrm>
          <a:prstGeom prst="rect">
            <a:avLst/>
          </a:prstGeom>
        </p:spPr>
        <p:txBody>
          <a:bodyPr/>
          <a:lstStyle/>
          <a:p>
            <a:pPr marL="0" algn="l" rtl="0"/>
            <a:endParaRPr lang="en-US" dirty="0"/>
          </a:p>
        </p:txBody>
      </p:sp>
      <p:sp>
        <p:nvSpPr>
          <p:cNvPr id="12" name="Picture Placeholder 11">
            <a:extLst>
              <a:ext uri="{FF2B5EF4-FFF2-40B4-BE49-F238E27FC236}">
                <a16:creationId xmlns:a16="http://schemas.microsoft.com/office/drawing/2014/main" id="{9A66CFE4-5AC4-9B4E-8684-B444084CD863}"/>
              </a:ext>
            </a:extLst>
          </p:cNvPr>
          <p:cNvSpPr>
            <a:spLocks noGrp="1"/>
          </p:cNvSpPr>
          <p:nvPr>
            <p:ph type="pic" sz="quarter" idx="11"/>
          </p:nvPr>
        </p:nvSpPr>
        <p:spPr>
          <a:xfrm>
            <a:off x="664512" y="8915400"/>
            <a:ext cx="782637" cy="782638"/>
          </a:xfrm>
          <a:prstGeom prst="rect">
            <a:avLst/>
          </a:prstGeom>
        </p:spPr>
        <p:txBody>
          <a:bodyPr/>
          <a:lstStyle/>
          <a:p>
            <a:endParaRPr lang="en-US" dirty="0"/>
          </a:p>
        </p:txBody>
      </p:sp>
      <p:pic>
        <p:nvPicPr>
          <p:cNvPr id="5" name="Picture 4" descr="A group of colorful circles&#10;&#10;Description automatically generated">
            <a:extLst>
              <a:ext uri="{FF2B5EF4-FFF2-40B4-BE49-F238E27FC236}">
                <a16:creationId xmlns:a16="http://schemas.microsoft.com/office/drawing/2014/main" id="{0934105E-BA7B-B9CC-4028-DC0A50F0058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8845465">
            <a:off x="6911110" y="-426003"/>
            <a:ext cx="1079645" cy="1936529"/>
          </a:xfrm>
          <a:prstGeom prst="rect">
            <a:avLst/>
          </a:prstGeom>
        </p:spPr>
      </p:pic>
      <p:grpSp>
        <p:nvGrpSpPr>
          <p:cNvPr id="6" name="Group 5">
            <a:extLst>
              <a:ext uri="{FF2B5EF4-FFF2-40B4-BE49-F238E27FC236}">
                <a16:creationId xmlns:a16="http://schemas.microsoft.com/office/drawing/2014/main" id="{79AC2B63-359B-9C70-B3AD-8997AB279349}"/>
              </a:ext>
            </a:extLst>
          </p:cNvPr>
          <p:cNvGrpSpPr/>
          <p:nvPr userDrawn="1"/>
        </p:nvGrpSpPr>
        <p:grpSpPr>
          <a:xfrm>
            <a:off x="6893965" y="954664"/>
            <a:ext cx="652648" cy="567313"/>
            <a:chOff x="3301826" y="2759805"/>
            <a:chExt cx="2014105" cy="1750757"/>
          </a:xfrm>
        </p:grpSpPr>
        <p:sp>
          <p:nvSpPr>
            <p:cNvPr id="7" name="Oval 6">
              <a:extLst>
                <a:ext uri="{FF2B5EF4-FFF2-40B4-BE49-F238E27FC236}">
                  <a16:creationId xmlns:a16="http://schemas.microsoft.com/office/drawing/2014/main" id="{0B308630-4824-322E-5289-362A04C83938}"/>
                </a:ext>
              </a:extLst>
            </p:cNvPr>
            <p:cNvSpPr/>
            <p:nvPr/>
          </p:nvSpPr>
          <p:spPr>
            <a:xfrm>
              <a:off x="4725381" y="3819999"/>
              <a:ext cx="590550" cy="590550"/>
            </a:xfrm>
            <a:prstGeom prst="ellipse">
              <a:avLst/>
            </a:prstGeom>
            <a:solidFill>
              <a:srgbClr val="EC85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8" name="Oval 7">
              <a:extLst>
                <a:ext uri="{FF2B5EF4-FFF2-40B4-BE49-F238E27FC236}">
                  <a16:creationId xmlns:a16="http://schemas.microsoft.com/office/drawing/2014/main" id="{A9A9582A-251E-B3E2-28B9-7ECFB04A6693}"/>
                </a:ext>
              </a:extLst>
            </p:cNvPr>
            <p:cNvSpPr/>
            <p:nvPr/>
          </p:nvSpPr>
          <p:spPr>
            <a:xfrm>
              <a:off x="3301826" y="3076293"/>
              <a:ext cx="900112" cy="900112"/>
            </a:xfrm>
            <a:prstGeom prst="ellipse">
              <a:avLst/>
            </a:prstGeom>
            <a:solidFill>
              <a:srgbClr val="FFC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9" name="Oval 8">
              <a:extLst>
                <a:ext uri="{FF2B5EF4-FFF2-40B4-BE49-F238E27FC236}">
                  <a16:creationId xmlns:a16="http://schemas.microsoft.com/office/drawing/2014/main" id="{681BD6DF-F008-E1E3-ADD0-893817C61F7B}"/>
                </a:ext>
              </a:extLst>
            </p:cNvPr>
            <p:cNvSpPr/>
            <p:nvPr/>
          </p:nvSpPr>
          <p:spPr>
            <a:xfrm>
              <a:off x="3903847" y="4115274"/>
              <a:ext cx="395288" cy="395288"/>
            </a:xfrm>
            <a:prstGeom prst="ellipse">
              <a:avLst/>
            </a:prstGeom>
            <a:solidFill>
              <a:srgbClr val="4B9A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11" name="Oval 10">
              <a:extLst>
                <a:ext uri="{FF2B5EF4-FFF2-40B4-BE49-F238E27FC236}">
                  <a16:creationId xmlns:a16="http://schemas.microsoft.com/office/drawing/2014/main" id="{66D33561-47CE-6E4E-E488-2D9202EF3521}"/>
                </a:ext>
              </a:extLst>
            </p:cNvPr>
            <p:cNvSpPr/>
            <p:nvPr/>
          </p:nvSpPr>
          <p:spPr>
            <a:xfrm>
              <a:off x="4173029" y="2759805"/>
              <a:ext cx="494108" cy="494108"/>
            </a:xfrm>
            <a:prstGeom prst="ellipse">
              <a:avLst/>
            </a:prstGeom>
            <a:solidFill>
              <a:srgbClr val="EB9B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grpSp>
      <p:pic>
        <p:nvPicPr>
          <p:cNvPr id="28" name="Picture 27" descr="A blue text with a cross on it&#10;&#10;Description automatically generated">
            <a:extLst>
              <a:ext uri="{FF2B5EF4-FFF2-40B4-BE49-F238E27FC236}">
                <a16:creationId xmlns:a16="http://schemas.microsoft.com/office/drawing/2014/main" id="{279B54B1-B957-B20B-1AB9-CA64D3C2A89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436199" y="9323579"/>
            <a:ext cx="2014733" cy="374459"/>
          </a:xfrm>
          <a:prstGeom prst="rect">
            <a:avLst/>
          </a:prstGeom>
        </p:spPr>
      </p:pic>
    </p:spTree>
    <p:extLst>
      <p:ext uri="{BB962C8B-B14F-4D97-AF65-F5344CB8AC3E}">
        <p14:creationId xmlns:p14="http://schemas.microsoft.com/office/powerpoint/2010/main" val="3663867392"/>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_Title Only">
    <p:bg>
      <p:bgPr>
        <a:solidFill>
          <a:schemeClr val="bg1"/>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762AEFE-830A-CE43-A301-F27BC3350178}"/>
              </a:ext>
            </a:extLst>
          </p:cNvPr>
          <p:cNvSpPr>
            <a:spLocks noGrp="1"/>
          </p:cNvSpPr>
          <p:nvPr>
            <p:ph type="pic" sz="quarter" idx="10"/>
          </p:nvPr>
        </p:nvSpPr>
        <p:spPr>
          <a:xfrm>
            <a:off x="4343400" y="889747"/>
            <a:ext cx="2895600" cy="2630487"/>
          </a:xfrm>
          <a:prstGeom prst="rect">
            <a:avLst/>
          </a:prstGeom>
        </p:spPr>
        <p:txBody>
          <a:bodyPr/>
          <a:lstStyle/>
          <a:p>
            <a:pPr marL="0" algn="l" rtl="0"/>
            <a:endParaRPr lang="en-US" dirty="0"/>
          </a:p>
        </p:txBody>
      </p:sp>
      <p:sp>
        <p:nvSpPr>
          <p:cNvPr id="3" name="Rectangle 2">
            <a:extLst>
              <a:ext uri="{FF2B5EF4-FFF2-40B4-BE49-F238E27FC236}">
                <a16:creationId xmlns:a16="http://schemas.microsoft.com/office/drawing/2014/main" id="{E6D19DD9-01A5-EC47-9BDD-6ABA2D826E75}"/>
              </a:ext>
            </a:extLst>
          </p:cNvPr>
          <p:cNvSpPr/>
          <p:nvPr userDrawn="1"/>
        </p:nvSpPr>
        <p:spPr>
          <a:xfrm>
            <a:off x="-3883" y="0"/>
            <a:ext cx="7776283" cy="3532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CB523A7A-48EB-3F41-8B29-70679BFF0DB2}"/>
              </a:ext>
            </a:extLst>
          </p:cNvPr>
          <p:cNvSpPr/>
          <p:nvPr userDrawn="1"/>
        </p:nvSpPr>
        <p:spPr>
          <a:xfrm>
            <a:off x="-3883" y="7327"/>
            <a:ext cx="7776283" cy="59265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10FDF2AE-2C47-7247-D422-7CE2CCE1B931}"/>
              </a:ext>
            </a:extLst>
          </p:cNvPr>
          <p:cNvPicPr>
            <a:picLocks noChangeAspect="1"/>
          </p:cNvPicPr>
          <p:nvPr userDrawn="1"/>
        </p:nvPicPr>
        <p:blipFill>
          <a:blip r:embed="rId2"/>
          <a:stretch>
            <a:fillRect/>
          </a:stretch>
        </p:blipFill>
        <p:spPr>
          <a:xfrm>
            <a:off x="-381000" y="-89873"/>
            <a:ext cx="1207903" cy="2396324"/>
          </a:xfrm>
          <a:prstGeom prst="rect">
            <a:avLst/>
          </a:prstGeom>
        </p:spPr>
      </p:pic>
      <p:sp>
        <p:nvSpPr>
          <p:cNvPr id="5" name="Rectangle 4">
            <a:extLst>
              <a:ext uri="{FF2B5EF4-FFF2-40B4-BE49-F238E27FC236}">
                <a16:creationId xmlns:a16="http://schemas.microsoft.com/office/drawing/2014/main" id="{664C640D-5AAF-FE63-57E0-D559F1BAD9DB}"/>
              </a:ext>
            </a:extLst>
          </p:cNvPr>
          <p:cNvSpPr/>
          <p:nvPr userDrawn="1"/>
        </p:nvSpPr>
        <p:spPr>
          <a:xfrm>
            <a:off x="0" y="3809999"/>
            <a:ext cx="7772400" cy="32004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icture Placeholder 7">
            <a:extLst>
              <a:ext uri="{FF2B5EF4-FFF2-40B4-BE49-F238E27FC236}">
                <a16:creationId xmlns:a16="http://schemas.microsoft.com/office/drawing/2014/main" id="{EBE4EAA7-458A-17CF-E986-9A3345A636F5}"/>
              </a:ext>
            </a:extLst>
          </p:cNvPr>
          <p:cNvSpPr>
            <a:spLocks noGrp="1"/>
          </p:cNvSpPr>
          <p:nvPr>
            <p:ph type="pic" sz="quarter" idx="11"/>
          </p:nvPr>
        </p:nvSpPr>
        <p:spPr>
          <a:xfrm>
            <a:off x="457200" y="4094955"/>
            <a:ext cx="2895600" cy="2630487"/>
          </a:xfrm>
          <a:prstGeom prst="rect">
            <a:avLst/>
          </a:prstGeom>
        </p:spPr>
        <p:txBody>
          <a:bodyPr/>
          <a:lstStyle/>
          <a:p>
            <a:pPr marL="0" algn="l" rtl="0"/>
            <a:endParaRPr lang="en-US" dirty="0"/>
          </a:p>
        </p:txBody>
      </p:sp>
      <p:sp>
        <p:nvSpPr>
          <p:cNvPr id="9" name="Picture Placeholder 6">
            <a:extLst>
              <a:ext uri="{FF2B5EF4-FFF2-40B4-BE49-F238E27FC236}">
                <a16:creationId xmlns:a16="http://schemas.microsoft.com/office/drawing/2014/main" id="{704370EB-6E6A-6ED0-C80C-F54425C39780}"/>
              </a:ext>
            </a:extLst>
          </p:cNvPr>
          <p:cNvSpPr>
            <a:spLocks noGrp="1"/>
          </p:cNvSpPr>
          <p:nvPr>
            <p:ph type="pic" sz="quarter" idx="12"/>
          </p:nvPr>
        </p:nvSpPr>
        <p:spPr>
          <a:xfrm>
            <a:off x="222951" y="7963579"/>
            <a:ext cx="2194560" cy="1645920"/>
          </a:xfrm>
          <a:prstGeom prst="rect">
            <a:avLst/>
          </a:prstGeom>
        </p:spPr>
        <p:txBody>
          <a:bodyPr/>
          <a:lstStyle/>
          <a:p>
            <a:endParaRPr lang="en-US" dirty="0"/>
          </a:p>
        </p:txBody>
      </p:sp>
      <p:sp>
        <p:nvSpPr>
          <p:cNvPr id="11" name="Picture Placeholder 10">
            <a:extLst>
              <a:ext uri="{FF2B5EF4-FFF2-40B4-BE49-F238E27FC236}">
                <a16:creationId xmlns:a16="http://schemas.microsoft.com/office/drawing/2014/main" id="{CB6DA3AC-7140-EDDA-4A60-2520E22102DE}"/>
              </a:ext>
            </a:extLst>
          </p:cNvPr>
          <p:cNvSpPr>
            <a:spLocks noGrp="1"/>
          </p:cNvSpPr>
          <p:nvPr>
            <p:ph type="pic" sz="quarter" idx="14"/>
          </p:nvPr>
        </p:nvSpPr>
        <p:spPr>
          <a:xfrm>
            <a:off x="2788920" y="7963579"/>
            <a:ext cx="2194560" cy="1645920"/>
          </a:xfrm>
          <a:prstGeom prst="rect">
            <a:avLst/>
          </a:prstGeom>
        </p:spPr>
        <p:txBody>
          <a:bodyPr/>
          <a:lstStyle/>
          <a:p>
            <a:endParaRPr lang="en-US"/>
          </a:p>
        </p:txBody>
      </p:sp>
      <p:sp>
        <p:nvSpPr>
          <p:cNvPr id="10" name="Picture Placeholder 9">
            <a:extLst>
              <a:ext uri="{FF2B5EF4-FFF2-40B4-BE49-F238E27FC236}">
                <a16:creationId xmlns:a16="http://schemas.microsoft.com/office/drawing/2014/main" id="{F4E1C393-A34A-26A7-9DC9-9AE3EB0F6335}"/>
              </a:ext>
            </a:extLst>
          </p:cNvPr>
          <p:cNvSpPr>
            <a:spLocks noGrp="1"/>
          </p:cNvSpPr>
          <p:nvPr>
            <p:ph type="pic" sz="quarter" idx="13"/>
          </p:nvPr>
        </p:nvSpPr>
        <p:spPr>
          <a:xfrm>
            <a:off x="5354889" y="7963579"/>
            <a:ext cx="2194560" cy="1645920"/>
          </a:xfrm>
          <a:prstGeom prst="rect">
            <a:avLst/>
          </a:prstGeom>
        </p:spPr>
        <p:txBody>
          <a:bodyPr/>
          <a:lstStyle/>
          <a:p>
            <a:endParaRPr lang="en-US"/>
          </a:p>
        </p:txBody>
      </p:sp>
    </p:spTree>
    <p:extLst>
      <p:ext uri="{BB962C8B-B14F-4D97-AF65-F5344CB8AC3E}">
        <p14:creationId xmlns:p14="http://schemas.microsoft.com/office/powerpoint/2010/main" val="3330690914"/>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2" r:id="rId1"/>
    <p:sldLayoutId id="2147483664" r:id="rId2"/>
    <p:sldLayoutId id="2147483668" r:id="rId3"/>
    <p:sldLayoutId id="2147483667" r:id="rId4"/>
    <p:sldLayoutId id="2147483666" r:id="rId5"/>
    <p:sldLayoutId id="2147483665" r:id="rId6"/>
    <p:sldLayoutId id="2147483661" r:id="rId7"/>
    <p:sldLayoutId id="2147483669" r:id="rId8"/>
    <p:sldLayoutId id="2147483670" r:id="rId9"/>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extLst>
    <p:ext uri="{27BBF7A9-308A-43DC-89C8-2F10F3537804}">
      <p15:sldGuideLst xmlns:p15="http://schemas.microsoft.com/office/powerpoint/2012/main">
        <p15:guide id="1" orient="horz" pos="3168" userDrawn="1">
          <p15:clr>
            <a:srgbClr val="F26B43"/>
          </p15:clr>
        </p15:guide>
        <p15:guide id="2" pos="244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www.qrcode-monkey.com/" TargetMode="Externa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8.jpg"/><Relationship Id="rId4" Type="http://schemas.openxmlformats.org/officeDocument/2006/relationships/hyperlink" Target="mailto:Matthew.Pasma@COMPASS-USA.COM"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0.png"/><Relationship Id="rId7" Type="http://schemas.openxmlformats.org/officeDocument/2006/relationships/hyperlink" Target="https://cpgplc.sharepoint.com/sites/us-myc-chartwellsk12/studentprograms#/sitepages/Spring-Summer-Fun-Days.aspx" TargetMode="External"/><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6.png"/><Relationship Id="rId4" Type="http://schemas.openxmlformats.org/officeDocument/2006/relationships/image" Target="../media/image11.png"/><Relationship Id="rId9"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52F062C-689B-B9CD-4829-B64FE2891D22}"/>
              </a:ext>
            </a:extLst>
          </p:cNvPr>
          <p:cNvSpPr txBox="1"/>
          <p:nvPr/>
        </p:nvSpPr>
        <p:spPr>
          <a:xfrm>
            <a:off x="561908" y="521732"/>
            <a:ext cx="5305668" cy="230832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421"/>
                </a:solidFill>
                <a:effectLst/>
                <a:uLnTx/>
                <a:uFillTx/>
                <a:latin typeface="Arial" panose="020B0604020202020204"/>
                <a:ea typeface="+mn-ea"/>
                <a:cs typeface="+mn-cs"/>
              </a:rPr>
              <a:t>EVERY MONTH</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kumimoji="0" lang="en-US" sz="1200" b="0" i="0" u="none" strike="noStrike" kern="1200" cap="none" spc="0" normalizeH="0" baseline="0" noProof="0" dirty="0">
                <a:ln>
                  <a:noFill/>
                </a:ln>
                <a:solidFill>
                  <a:srgbClr val="1C345D"/>
                </a:solidFill>
                <a:effectLst/>
                <a:uLnTx/>
                <a:uFillTx/>
                <a:latin typeface="Arial" panose="020B0604020202020204"/>
                <a:ea typeface="+mn-ea"/>
                <a:cs typeface="+mn-cs"/>
              </a:rPr>
              <a:t>Add your district name and logo to the header </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kumimoji="0" lang="en-US" sz="1200" b="0" i="0" u="none" strike="noStrike" kern="1200" cap="none" spc="0" normalizeH="0" baseline="0" noProof="0" dirty="0">
                <a:ln>
                  <a:noFill/>
                </a:ln>
                <a:solidFill>
                  <a:srgbClr val="1C345D"/>
                </a:solidFill>
                <a:effectLst/>
                <a:uLnTx/>
                <a:uFillTx/>
                <a:latin typeface="Arial" panose="020B0604020202020204"/>
                <a:ea typeface="+mn-ea"/>
                <a:cs typeface="+mn-cs"/>
              </a:rPr>
              <a:t>Add DDS photo and contact info to bottom of first page</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kumimoji="0" lang="en-US" sz="1200" b="0" i="0" u="none" strike="noStrike" kern="1200" cap="none" spc="0" normalizeH="0" baseline="0" noProof="0" dirty="0">
                <a:ln>
                  <a:noFill/>
                </a:ln>
                <a:solidFill>
                  <a:srgbClr val="1C345D"/>
                </a:solidFill>
                <a:effectLst/>
                <a:uLnTx/>
                <a:uFillTx/>
                <a:latin typeface="Arial" panose="020B0604020202020204"/>
                <a:ea typeface="+mn-ea"/>
                <a:cs typeface="+mn-cs"/>
              </a:rPr>
              <a:t>Write short blurbs in the copy placeholders on front and back page (use Copilot if you need help)</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kumimoji="0" lang="en-US" sz="1200" b="0" i="0" u="none" strike="noStrike" kern="1200" cap="none" spc="0" normalizeH="0" baseline="0" noProof="0" dirty="0">
                <a:ln>
                  <a:noFill/>
                </a:ln>
                <a:solidFill>
                  <a:srgbClr val="1C345D"/>
                </a:solidFill>
                <a:effectLst/>
                <a:uLnTx/>
                <a:uFillTx/>
                <a:latin typeface="Arial" panose="020B0604020202020204"/>
                <a:ea typeface="+mn-ea"/>
                <a:cs typeface="+mn-cs"/>
              </a:rPr>
              <a:t>Add photos in photo placeholders. Careful NOT to stretch photos.</a:t>
            </a:r>
          </a:p>
          <a:p>
            <a:pPr marL="685800" marR="0" lvl="1" indent="-22860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200" b="0" i="0" u="none" strike="noStrike" kern="1200" cap="none" spc="0" normalizeH="0" baseline="0" noProof="0" dirty="0">
                <a:ln>
                  <a:noFill/>
                </a:ln>
                <a:solidFill>
                  <a:srgbClr val="1C345D"/>
                </a:solidFill>
                <a:effectLst/>
                <a:uLnTx/>
                <a:uFillTx/>
                <a:latin typeface="Arial" panose="020B0604020202020204"/>
                <a:ea typeface="+mn-ea"/>
                <a:cs typeface="+mn-cs"/>
              </a:rPr>
              <a:t>First page: one showcase pic (people, events, food) </a:t>
            </a:r>
          </a:p>
          <a:p>
            <a:pPr marL="685800" marR="0" lvl="1" indent="-22860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200" b="0" i="0" u="none" strike="noStrike" kern="1200" cap="none" spc="0" normalizeH="0" baseline="0" noProof="0" dirty="0">
                <a:ln>
                  <a:noFill/>
                </a:ln>
                <a:solidFill>
                  <a:srgbClr val="1C345D"/>
                </a:solidFill>
                <a:effectLst/>
                <a:uLnTx/>
                <a:uFillTx/>
                <a:latin typeface="Arial" panose="020B0604020202020204"/>
                <a:ea typeface="+mn-ea"/>
                <a:cs typeface="+mn-cs"/>
              </a:rPr>
              <a:t>Back page/middle: A fun day photo or people photo to match copy</a:t>
            </a:r>
          </a:p>
          <a:p>
            <a:pPr marL="685800" marR="0" lvl="1" indent="-22860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200" b="0" i="0" u="none" strike="noStrike" kern="1200" cap="none" spc="0" normalizeH="0" baseline="0" noProof="0" dirty="0">
                <a:ln>
                  <a:noFill/>
                </a:ln>
                <a:solidFill>
                  <a:srgbClr val="1C345D"/>
                </a:solidFill>
                <a:effectLst/>
                <a:uLnTx/>
                <a:uFillTx/>
                <a:latin typeface="Arial" panose="020B0604020202020204"/>
                <a:ea typeface="+mn-ea"/>
                <a:cs typeface="+mn-cs"/>
              </a:rPr>
              <a:t>Back page/bottom: Review or replace existing fun days images </a:t>
            </a:r>
          </a:p>
          <a:p>
            <a:pPr marL="228600" marR="0" lvl="0" indent="-228600" algn="l" defTabSz="914400" rtl="0" eaLnBrk="1" fontAlgn="auto" latinLnBrk="0" hangingPunct="1">
              <a:lnSpc>
                <a:spcPct val="100000"/>
              </a:lnSpc>
              <a:spcBef>
                <a:spcPts val="0"/>
              </a:spcBef>
              <a:spcAft>
                <a:spcPts val="0"/>
              </a:spcAft>
              <a:buClrTx/>
              <a:buSzTx/>
              <a:buFont typeface="+mj-lt"/>
              <a:buAutoNum type="arabicParenR"/>
              <a:tabLst/>
              <a:defRPr/>
            </a:pPr>
            <a:r>
              <a:rPr kumimoji="0" lang="en-US" sz="1200" b="1" i="0" u="none" strike="noStrike" kern="1200" cap="none" spc="0" normalizeH="0" baseline="0" noProof="0" dirty="0">
                <a:ln>
                  <a:noFill/>
                </a:ln>
                <a:solidFill>
                  <a:srgbClr val="1C345D"/>
                </a:solidFill>
                <a:effectLst/>
                <a:highlight>
                  <a:srgbClr val="FFFF00"/>
                </a:highlight>
                <a:uLnTx/>
                <a:uFillTx/>
                <a:latin typeface="Arial" panose="020B0604020202020204"/>
                <a:ea typeface="+mn-ea"/>
                <a:cs typeface="+mn-cs"/>
              </a:rPr>
              <a:t>Delete this page, spell check and proofread </a:t>
            </a:r>
            <a:r>
              <a:rPr kumimoji="0" lang="en-US" sz="1200" b="0" i="0" u="none" strike="noStrike" kern="1200" cap="none" spc="0" normalizeH="0" baseline="0" noProof="0" dirty="0">
                <a:ln>
                  <a:noFill/>
                </a:ln>
                <a:solidFill>
                  <a:srgbClr val="1C345D"/>
                </a:solidFill>
                <a:effectLst/>
                <a:uLnTx/>
                <a:uFillTx/>
                <a:latin typeface="Arial" panose="020B0604020202020204"/>
                <a:ea typeface="+mn-ea"/>
                <a:cs typeface="+mn-cs"/>
              </a:rPr>
              <a:t>(use Copilot)</a:t>
            </a:r>
          </a:p>
          <a:p>
            <a:pPr marL="228600" marR="0" lvl="0" indent="-228600" algn="l" defTabSz="914400" rtl="0" eaLnBrk="1" fontAlgn="auto" latinLnBrk="0" hangingPunct="1">
              <a:lnSpc>
                <a:spcPct val="100000"/>
              </a:lnSpc>
              <a:spcBef>
                <a:spcPts val="0"/>
              </a:spcBef>
              <a:spcAft>
                <a:spcPts val="0"/>
              </a:spcAft>
              <a:buClrTx/>
              <a:buSzTx/>
              <a:buFont typeface="+mj-lt"/>
              <a:buAutoNum type="arabicParenR"/>
              <a:tabLst/>
              <a:defRPr/>
            </a:pPr>
            <a:r>
              <a:rPr kumimoji="0" lang="en-US" sz="1200" b="0" i="0" u="none" strike="noStrike" kern="1200" cap="none" spc="0" normalizeH="0" baseline="0" noProof="0" dirty="0">
                <a:ln>
                  <a:noFill/>
                </a:ln>
                <a:solidFill>
                  <a:srgbClr val="1C345D"/>
                </a:solidFill>
                <a:effectLst/>
                <a:uLnTx/>
                <a:uFillTx/>
                <a:latin typeface="Arial" panose="020B0604020202020204"/>
                <a:ea typeface="+mn-ea"/>
                <a:cs typeface="+mn-cs"/>
              </a:rPr>
              <a:t>SAVE as PDF and share. Do NOT share the PowerPoint version.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1C345D"/>
              </a:solidFill>
              <a:effectLst/>
              <a:uLnTx/>
              <a:uFillTx/>
              <a:latin typeface="Arial" panose="020B0604020202020204"/>
              <a:ea typeface="+mn-ea"/>
              <a:cs typeface="+mn-cs"/>
            </a:endParaRPr>
          </a:p>
        </p:txBody>
      </p:sp>
      <p:sp>
        <p:nvSpPr>
          <p:cNvPr id="4" name="TextBox 3">
            <a:extLst>
              <a:ext uri="{FF2B5EF4-FFF2-40B4-BE49-F238E27FC236}">
                <a16:creationId xmlns:a16="http://schemas.microsoft.com/office/drawing/2014/main" id="{23B252C3-1094-88FC-1E7A-E6491C7B4CAB}"/>
              </a:ext>
            </a:extLst>
          </p:cNvPr>
          <p:cNvSpPr txBox="1"/>
          <p:nvPr/>
        </p:nvSpPr>
        <p:spPr>
          <a:xfrm>
            <a:off x="545343" y="3083518"/>
            <a:ext cx="7032127" cy="31393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C345D"/>
                </a:solidFill>
                <a:effectLst/>
                <a:uLnTx/>
                <a:uFillTx/>
                <a:latin typeface="Arial" panose="020B0604020202020204" pitchFamily="34" charset="0"/>
                <a:ea typeface="+mn-ea"/>
                <a:cs typeface="Arial" panose="020B0604020202020204" pitchFamily="34" charset="0"/>
              </a:rPr>
              <a:t>Pro Tips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421"/>
                </a:solidFill>
                <a:effectLst/>
                <a:uLnTx/>
                <a:uFillTx/>
                <a:latin typeface="Arial" panose="020B0604020202020204"/>
                <a:ea typeface="+mn-ea"/>
                <a:cs typeface="+mn-cs"/>
              </a:rPr>
              <a:t>PHOTOS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C345D"/>
                </a:solidFill>
                <a:effectLst/>
                <a:uLnTx/>
                <a:uFillTx/>
                <a:latin typeface="Arial" panose="020B0604020202020204"/>
                <a:ea typeface="+mn-ea"/>
                <a:cs typeface="+mn-cs"/>
              </a:rPr>
              <a:t>USE the photo placeholders (click icon to add picture), select a photo you have saved to your files. If you need to adjust the size or zoom in: Click on the pic &gt; </a:t>
            </a:r>
            <a:r>
              <a:rPr kumimoji="0" lang="en-US" sz="1200" b="0" i="0" u="none" strike="noStrike" kern="1200" cap="none" spc="0" normalizeH="0" baseline="0" noProof="0" dirty="0">
                <a:ln>
                  <a:noFill/>
                </a:ln>
                <a:solidFill>
                  <a:srgbClr val="3ABEAB"/>
                </a:solidFill>
                <a:effectLst/>
                <a:uLnTx/>
                <a:uFillTx/>
                <a:latin typeface="Arial" panose="020B0604020202020204"/>
                <a:ea typeface="+mn-ea"/>
                <a:cs typeface="+mn-cs"/>
              </a:rPr>
              <a:t>Picture format </a:t>
            </a:r>
            <a:r>
              <a:rPr kumimoji="0" lang="en-US" sz="1200" b="0" i="0" u="none" strike="noStrike" kern="1200" cap="none" spc="0" normalizeH="0" baseline="0" noProof="0" dirty="0">
                <a:ln>
                  <a:noFill/>
                </a:ln>
                <a:solidFill>
                  <a:srgbClr val="1C345D"/>
                </a:solidFill>
                <a:effectLst/>
                <a:uLnTx/>
                <a:uFillTx/>
                <a:latin typeface="Arial" panose="020B0604020202020204"/>
                <a:ea typeface="+mn-ea"/>
                <a:cs typeface="+mn-cs"/>
              </a:rPr>
              <a:t>(top menu bar) &gt; drop down menu under </a:t>
            </a:r>
            <a:r>
              <a:rPr kumimoji="0" lang="en-US" sz="1200" b="0" i="0" u="none" strike="noStrike" kern="1200" cap="none" spc="0" normalizeH="0" baseline="0" noProof="0" dirty="0">
                <a:ln>
                  <a:noFill/>
                </a:ln>
                <a:solidFill>
                  <a:srgbClr val="3ABEAB"/>
                </a:solidFill>
                <a:effectLst/>
                <a:uLnTx/>
                <a:uFillTx/>
                <a:latin typeface="Arial" panose="020B0604020202020204"/>
                <a:ea typeface="+mn-ea"/>
                <a:cs typeface="+mn-cs"/>
              </a:rPr>
              <a:t>Crop</a:t>
            </a:r>
            <a:r>
              <a:rPr kumimoji="0" lang="en-US" sz="1200" b="0" i="0" u="none" strike="noStrike" kern="1200" cap="none" spc="0" normalizeH="0" baseline="0" noProof="0" dirty="0">
                <a:ln>
                  <a:noFill/>
                </a:ln>
                <a:solidFill>
                  <a:srgbClr val="1C345D"/>
                </a:solidFill>
                <a:effectLst/>
                <a:uLnTx/>
                <a:uFillTx/>
                <a:latin typeface="Arial" panose="020B0604020202020204"/>
                <a:ea typeface="+mn-ea"/>
                <a:cs typeface="+mn-cs"/>
              </a:rPr>
              <a:t> &gt; </a:t>
            </a:r>
            <a:r>
              <a:rPr kumimoji="0" lang="en-US" sz="1200" b="0" i="0" u="none" strike="noStrike" kern="1200" cap="none" spc="0" normalizeH="0" baseline="0" noProof="0" dirty="0">
                <a:ln>
                  <a:noFill/>
                </a:ln>
                <a:solidFill>
                  <a:srgbClr val="3ABEAB"/>
                </a:solidFill>
                <a:effectLst/>
                <a:uLnTx/>
                <a:uFillTx/>
                <a:latin typeface="Arial" panose="020B0604020202020204"/>
                <a:ea typeface="+mn-ea"/>
                <a:cs typeface="+mn-cs"/>
              </a:rPr>
              <a:t>Fill</a:t>
            </a:r>
            <a:r>
              <a:rPr kumimoji="0" lang="en-US" sz="1200" b="0" i="0" u="none" strike="noStrike" kern="1200" cap="none" spc="0" normalizeH="0" baseline="0" noProof="0" dirty="0">
                <a:ln>
                  <a:noFill/>
                </a:ln>
                <a:solidFill>
                  <a:srgbClr val="1C345D"/>
                </a:solidFill>
                <a:effectLst/>
                <a:uLnTx/>
                <a:uFillTx/>
                <a:latin typeface="Arial" panose="020B0604020202020204"/>
                <a:ea typeface="+mn-ea"/>
                <a:cs typeface="+mn-cs"/>
              </a:rPr>
              <a:t> &gt; click on the edges of the pic to drag it smaller, larger, adjust up or down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1C345D"/>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421"/>
                </a:solidFill>
                <a:effectLst/>
                <a:uLnTx/>
                <a:uFillTx/>
                <a:latin typeface="Arial" panose="020B0604020202020204"/>
                <a:ea typeface="+mn-ea"/>
                <a:cs typeface="+mn-cs"/>
              </a:rPr>
              <a:t>QR CODES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C345D"/>
                </a:solidFill>
                <a:effectLst/>
                <a:uLnTx/>
                <a:uFillTx/>
                <a:latin typeface="Arial" panose="020B0604020202020204"/>
                <a:ea typeface="+mn-ea"/>
                <a:cs typeface="+mn-cs"/>
              </a:rPr>
              <a:t>Create engagement and utility with a QR code next to online menus, surveys, links to F&amp;R apps </a:t>
            </a:r>
            <a:r>
              <a:rPr kumimoji="0" lang="en-US" sz="1200" b="0" i="0" u="none" strike="noStrike" kern="1200" cap="none" spc="0" normalizeH="0" baseline="0" noProof="0" dirty="0" err="1">
                <a:ln>
                  <a:noFill/>
                </a:ln>
                <a:solidFill>
                  <a:srgbClr val="1C345D"/>
                </a:solidFill>
                <a:effectLst/>
                <a:uLnTx/>
                <a:uFillTx/>
                <a:latin typeface="Arial" panose="020B0604020202020204"/>
                <a:ea typeface="+mn-ea"/>
                <a:cs typeface="+mn-cs"/>
              </a:rPr>
              <a:t>etc</a:t>
            </a:r>
            <a:endParaRPr kumimoji="0" lang="en-US" sz="1200" b="0" i="0" u="none" strike="noStrike" kern="1200" cap="none" spc="0" normalizeH="0" baseline="0" noProof="0" dirty="0">
              <a:ln>
                <a:noFill/>
              </a:ln>
              <a:solidFill>
                <a:srgbClr val="1C345D"/>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C345D"/>
                </a:solidFill>
                <a:effectLst/>
                <a:uLnTx/>
                <a:uFillTx/>
                <a:latin typeface="Arial" panose="020B0604020202020204"/>
                <a:ea typeface="+mn-ea"/>
                <a:cs typeface="+mn-cs"/>
              </a:rPr>
              <a:t>Generate a QR code easily directly from your browser.  Recommend Microsoft Edge browser, PC instructions:</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kumimoji="0" lang="en-US" sz="1200" b="0" i="0" u="none" strike="noStrike" kern="1200" cap="none" spc="0" normalizeH="0" baseline="0" noProof="0" dirty="0">
                <a:ln>
                  <a:noFill/>
                </a:ln>
                <a:solidFill>
                  <a:srgbClr val="1C345D"/>
                </a:solidFill>
                <a:effectLst/>
                <a:uLnTx/>
                <a:uFillTx/>
                <a:latin typeface="Arial" panose="020B0604020202020204"/>
                <a:ea typeface="+mn-ea"/>
                <a:cs typeface="+mn-cs"/>
              </a:rPr>
              <a:t>Visit the web page you want to link to</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kumimoji="0" lang="en-US" sz="1200" b="0" i="0" u="none" strike="noStrike" kern="1200" cap="none" spc="0" normalizeH="0" baseline="0" noProof="0" dirty="0">
                <a:ln>
                  <a:noFill/>
                </a:ln>
                <a:solidFill>
                  <a:srgbClr val="1C345D"/>
                </a:solidFill>
                <a:effectLst/>
                <a:uLnTx/>
                <a:uFillTx/>
                <a:latin typeface="Arial" panose="020B0604020202020204"/>
                <a:ea typeface="+mn-ea"/>
                <a:cs typeface="+mn-cs"/>
              </a:rPr>
              <a:t>Right click anywhere on the page, a pop-up like image below</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kumimoji="0" lang="en-US" sz="1200" b="0" i="0" u="none" strike="noStrike" kern="1200" cap="none" spc="0" normalizeH="0" baseline="0" noProof="0" dirty="0">
                <a:ln>
                  <a:noFill/>
                </a:ln>
                <a:solidFill>
                  <a:srgbClr val="1C345D"/>
                </a:solidFill>
                <a:effectLst/>
                <a:uLnTx/>
                <a:uFillTx/>
                <a:latin typeface="Arial" panose="020B0604020202020204"/>
                <a:ea typeface="+mn-ea"/>
                <a:cs typeface="+mn-cs"/>
              </a:rPr>
              <a:t>Click “Create QR code for this page”, a pop-up QR code appears</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kumimoji="0" lang="en-US" sz="1200" b="0" i="0" u="none" strike="noStrike" kern="1200" cap="none" spc="0" normalizeH="0" baseline="0" noProof="0" dirty="0">
                <a:ln>
                  <a:noFill/>
                </a:ln>
                <a:solidFill>
                  <a:srgbClr val="1C345D"/>
                </a:solidFill>
                <a:effectLst/>
                <a:uLnTx/>
                <a:uFillTx/>
                <a:latin typeface="Arial" panose="020B0604020202020204"/>
                <a:ea typeface="+mn-ea"/>
                <a:cs typeface="+mn-cs"/>
              </a:rPr>
              <a:t>Copy and paste QR code into your newsletter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1C345D"/>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C345D"/>
                </a:solidFill>
                <a:effectLst/>
                <a:uLnTx/>
                <a:uFillTx/>
                <a:latin typeface="Arial" panose="020B0604020202020204"/>
                <a:ea typeface="+mn-ea"/>
                <a:cs typeface="+mn-cs"/>
              </a:rPr>
              <a:t>You may similarly use Google Chrome or a free service like </a:t>
            </a:r>
            <a:r>
              <a:rPr kumimoji="0" lang="en-US" sz="1200" b="0" i="0" u="none" strike="noStrike" kern="1200" cap="none" spc="0" normalizeH="0" baseline="0" noProof="0" dirty="0">
                <a:ln>
                  <a:noFill/>
                </a:ln>
                <a:solidFill>
                  <a:srgbClr val="3F97B5"/>
                </a:solidFill>
                <a:effectLst/>
                <a:uLnTx/>
                <a:uFillTx/>
                <a:latin typeface="Arial" panose="020B0604020202020204"/>
                <a:ea typeface="+mn-ea"/>
                <a:cs typeface="+mn-cs"/>
                <a:hlinkClick r:id="rId2">
                  <a:extLst>
                    <a:ext uri="{A12FA001-AC4F-418D-AE19-62706E023703}">
                      <ahyp:hlinkClr xmlns:ahyp="http://schemas.microsoft.com/office/drawing/2018/hyperlinkcolor" val="tx"/>
                    </a:ext>
                  </a:extLst>
                </a:hlinkClick>
              </a:rPr>
              <a:t>www.QRcode-monkey.com</a:t>
            </a:r>
            <a:r>
              <a:rPr kumimoji="0" lang="en-US" sz="1200" b="0" i="0" u="none" strike="noStrike" kern="1200" cap="none" spc="0" normalizeH="0" baseline="0" noProof="0" dirty="0">
                <a:ln>
                  <a:noFill/>
                </a:ln>
                <a:solidFill>
                  <a:srgbClr val="1C345D"/>
                </a:solidFill>
                <a:effectLst/>
                <a:uLnTx/>
                <a:uFillTx/>
                <a:latin typeface="Arial" panose="020B0604020202020204"/>
                <a:ea typeface="+mn-ea"/>
                <a:cs typeface="+mn-cs"/>
              </a:rPr>
              <a:t>	</a:t>
            </a:r>
          </a:p>
        </p:txBody>
      </p:sp>
      <p:pic>
        <p:nvPicPr>
          <p:cNvPr id="7" name="Picture 6">
            <a:extLst>
              <a:ext uri="{FF2B5EF4-FFF2-40B4-BE49-F238E27FC236}">
                <a16:creationId xmlns:a16="http://schemas.microsoft.com/office/drawing/2014/main" id="{9E3D85C0-7EE2-5F8D-6288-A52722F7DC11}"/>
              </a:ext>
            </a:extLst>
          </p:cNvPr>
          <p:cNvPicPr>
            <a:picLocks noChangeAspect="1"/>
          </p:cNvPicPr>
          <p:nvPr/>
        </p:nvPicPr>
        <p:blipFill>
          <a:blip r:embed="rId3"/>
          <a:stretch>
            <a:fillRect/>
          </a:stretch>
        </p:blipFill>
        <p:spPr>
          <a:xfrm>
            <a:off x="373658" y="6245904"/>
            <a:ext cx="4797904" cy="3693853"/>
          </a:xfrm>
          <a:prstGeom prst="rect">
            <a:avLst/>
          </a:prstGeom>
        </p:spPr>
      </p:pic>
      <p:sp>
        <p:nvSpPr>
          <p:cNvPr id="8" name="Arrow: Down 7">
            <a:extLst>
              <a:ext uri="{FF2B5EF4-FFF2-40B4-BE49-F238E27FC236}">
                <a16:creationId xmlns:a16="http://schemas.microsoft.com/office/drawing/2014/main" id="{35558D81-06B1-2078-D3E4-7C501B5F59C0}"/>
              </a:ext>
            </a:extLst>
          </p:cNvPr>
          <p:cNvSpPr/>
          <p:nvPr/>
        </p:nvSpPr>
        <p:spPr>
          <a:xfrm rot="17499079">
            <a:off x="302777" y="7676104"/>
            <a:ext cx="518262" cy="1008006"/>
          </a:xfrm>
          <a:prstGeom prst="down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11" name="Picture 10">
            <a:extLst>
              <a:ext uri="{FF2B5EF4-FFF2-40B4-BE49-F238E27FC236}">
                <a16:creationId xmlns:a16="http://schemas.microsoft.com/office/drawing/2014/main" id="{9559BD1E-F924-932B-5E8E-A20D8076620D}"/>
              </a:ext>
            </a:extLst>
          </p:cNvPr>
          <p:cNvPicPr>
            <a:picLocks noChangeAspect="1"/>
          </p:cNvPicPr>
          <p:nvPr/>
        </p:nvPicPr>
        <p:blipFill rotWithShape="1">
          <a:blip r:embed="rId4"/>
          <a:srcRect l="17889" t="5322" r="19024" b="6559"/>
          <a:stretch/>
        </p:blipFill>
        <p:spPr>
          <a:xfrm>
            <a:off x="4751169" y="6540834"/>
            <a:ext cx="2826301" cy="2991822"/>
          </a:xfrm>
          <a:prstGeom prst="rect">
            <a:avLst/>
          </a:prstGeom>
        </p:spPr>
      </p:pic>
      <p:sp>
        <p:nvSpPr>
          <p:cNvPr id="21" name="Oval 20">
            <a:extLst>
              <a:ext uri="{FF2B5EF4-FFF2-40B4-BE49-F238E27FC236}">
                <a16:creationId xmlns:a16="http://schemas.microsoft.com/office/drawing/2014/main" id="{A12B7A01-99DB-412D-A3FF-5DDDFF80CFFC}"/>
              </a:ext>
            </a:extLst>
          </p:cNvPr>
          <p:cNvSpPr/>
          <p:nvPr/>
        </p:nvSpPr>
        <p:spPr>
          <a:xfrm>
            <a:off x="6043292" y="8806374"/>
            <a:ext cx="662448" cy="662448"/>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9" name="Oval 28">
            <a:extLst>
              <a:ext uri="{FF2B5EF4-FFF2-40B4-BE49-F238E27FC236}">
                <a16:creationId xmlns:a16="http://schemas.microsoft.com/office/drawing/2014/main" id="{CAB7C58D-4372-0122-BB81-BB1C8F64D075}"/>
              </a:ext>
            </a:extLst>
          </p:cNvPr>
          <p:cNvSpPr/>
          <p:nvPr/>
        </p:nvSpPr>
        <p:spPr>
          <a:xfrm>
            <a:off x="5926303" y="1500009"/>
            <a:ext cx="2019560" cy="2017557"/>
          </a:xfrm>
          <a:prstGeom prst="ellipse">
            <a:avLst/>
          </a:prstGeom>
          <a:solidFill>
            <a:schemeClr val="accent2"/>
          </a:solidFill>
          <a:ln w="571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TextBox 29">
            <a:extLst>
              <a:ext uri="{FF2B5EF4-FFF2-40B4-BE49-F238E27FC236}">
                <a16:creationId xmlns:a16="http://schemas.microsoft.com/office/drawing/2014/main" id="{0D851F14-A6D5-3BD1-DA28-937C2FFD1DEB}"/>
              </a:ext>
            </a:extLst>
          </p:cNvPr>
          <p:cNvSpPr txBox="1"/>
          <p:nvPr/>
        </p:nvSpPr>
        <p:spPr>
          <a:xfrm>
            <a:off x="6088571" y="1985709"/>
            <a:ext cx="1695024"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DELETE this page when done!</a:t>
            </a:r>
          </a:p>
        </p:txBody>
      </p:sp>
      <p:sp>
        <p:nvSpPr>
          <p:cNvPr id="31" name="Rectangle 30">
            <a:extLst>
              <a:ext uri="{FF2B5EF4-FFF2-40B4-BE49-F238E27FC236}">
                <a16:creationId xmlns:a16="http://schemas.microsoft.com/office/drawing/2014/main" id="{6E50E91B-B6BE-77C0-C3B4-347CBB9E2817}"/>
              </a:ext>
            </a:extLst>
          </p:cNvPr>
          <p:cNvSpPr/>
          <p:nvPr/>
        </p:nvSpPr>
        <p:spPr>
          <a:xfrm>
            <a:off x="0" y="0"/>
            <a:ext cx="7772400" cy="10058400"/>
          </a:xfrm>
          <a:prstGeom prst="rect">
            <a:avLst/>
          </a:prstGeom>
          <a:noFill/>
          <a:ln w="666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TextBox 2">
            <a:extLst>
              <a:ext uri="{FF2B5EF4-FFF2-40B4-BE49-F238E27FC236}">
                <a16:creationId xmlns:a16="http://schemas.microsoft.com/office/drawing/2014/main" id="{F158C195-AA8A-1E2A-675F-212800072A66}"/>
              </a:ext>
            </a:extLst>
          </p:cNvPr>
          <p:cNvSpPr txBox="1"/>
          <p:nvPr/>
        </p:nvSpPr>
        <p:spPr>
          <a:xfrm>
            <a:off x="1066624" y="152400"/>
            <a:ext cx="530566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C345D"/>
                </a:solidFill>
                <a:effectLst/>
                <a:uLnTx/>
                <a:uFillTx/>
                <a:latin typeface="Arial" panose="020B0604020202020204" pitchFamily="34" charset="0"/>
                <a:ea typeface="+mn-ea"/>
                <a:cs typeface="Arial" panose="020B0604020202020204" pitchFamily="34" charset="0"/>
              </a:rPr>
              <a:t>Instructions to Customize Your Newsletter:</a:t>
            </a:r>
          </a:p>
        </p:txBody>
      </p:sp>
      <p:sp>
        <p:nvSpPr>
          <p:cNvPr id="5" name="Oval 4">
            <a:extLst>
              <a:ext uri="{FF2B5EF4-FFF2-40B4-BE49-F238E27FC236}">
                <a16:creationId xmlns:a16="http://schemas.microsoft.com/office/drawing/2014/main" id="{CCC9F3B7-E46B-9EC0-1E2D-4D9165FA675C}"/>
              </a:ext>
            </a:extLst>
          </p:cNvPr>
          <p:cNvSpPr/>
          <p:nvPr/>
        </p:nvSpPr>
        <p:spPr>
          <a:xfrm>
            <a:off x="5820956" y="374267"/>
            <a:ext cx="1389676" cy="1388298"/>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6" name="TextBox 5">
            <a:extLst>
              <a:ext uri="{FF2B5EF4-FFF2-40B4-BE49-F238E27FC236}">
                <a16:creationId xmlns:a16="http://schemas.microsoft.com/office/drawing/2014/main" id="{481FAC12-1F9B-04AC-60E6-B2951AEE28E6}"/>
              </a:ext>
            </a:extLst>
          </p:cNvPr>
          <p:cNvSpPr txBox="1"/>
          <p:nvPr/>
        </p:nvSpPr>
        <p:spPr>
          <a:xfrm>
            <a:off x="5691592" y="695261"/>
            <a:ext cx="1695024"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Read ALL instructions first!</a:t>
            </a:r>
          </a:p>
        </p:txBody>
      </p:sp>
    </p:spTree>
    <p:extLst>
      <p:ext uri="{BB962C8B-B14F-4D97-AF65-F5344CB8AC3E}">
        <p14:creationId xmlns:p14="http://schemas.microsoft.com/office/powerpoint/2010/main" val="7025988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1131936-DC7F-BB33-8FC3-AED2267BCACB}"/>
              </a:ext>
            </a:extLst>
          </p:cNvPr>
          <p:cNvSpPr/>
          <p:nvPr/>
        </p:nvSpPr>
        <p:spPr>
          <a:xfrm>
            <a:off x="764529" y="1625198"/>
            <a:ext cx="6481718" cy="30508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 Placeholder 2">
            <a:extLst>
              <a:ext uri="{FF2B5EF4-FFF2-40B4-BE49-F238E27FC236}">
                <a16:creationId xmlns:a16="http://schemas.microsoft.com/office/drawing/2014/main" id="{482C4A70-1441-714E-7DDF-BC25B51E990C}"/>
              </a:ext>
            </a:extLst>
          </p:cNvPr>
          <p:cNvSpPr>
            <a:spLocks noGrp="1"/>
          </p:cNvSpPr>
          <p:nvPr>
            <p:ph type="body" idx="1"/>
          </p:nvPr>
        </p:nvSpPr>
        <p:spPr>
          <a:xfrm>
            <a:off x="555268" y="4986416"/>
            <a:ext cx="3254732" cy="3290242"/>
          </a:xfrm>
        </p:spPr>
        <p:txBody>
          <a:bodyPr/>
          <a:lstStyle/>
          <a:p>
            <a:pPr marL="0" marR="0">
              <a:lnSpc>
                <a:spcPct val="107000"/>
              </a:lnSpc>
              <a:spcBef>
                <a:spcPts val="0"/>
              </a:spcBef>
              <a:spcAft>
                <a:spcPts val="0"/>
              </a:spcAft>
            </a:pPr>
            <a:endParaRPr lang="en-US" sz="1800" b="1" dirty="0">
              <a:solidFill>
                <a:srgbClr val="002060"/>
              </a:solidFill>
              <a:effectLst/>
              <a:latin typeface="+mj-lt"/>
              <a:ea typeface="Calibri" panose="020F0502020204030204" pitchFamily="34" charset="0"/>
              <a:cs typeface="Times New Roman" panose="02020603050405020304" pitchFamily="18" charset="0"/>
            </a:endParaRPr>
          </a:p>
          <a:p>
            <a:pPr defTabSz="502920">
              <a:spcAft>
                <a:spcPts val="600"/>
              </a:spcAft>
            </a:pPr>
            <a:endParaRPr lang="en-US" sz="1200" dirty="0">
              <a:solidFill>
                <a:schemeClr val="accent1"/>
              </a:solidFill>
              <a:latin typeface="Arial" panose="020B0604020202020204" pitchFamily="34" charset="0"/>
              <a:ea typeface="Calibri" panose="020F0502020204030204" pitchFamily="34" charset="0"/>
              <a:cs typeface="Arial" panose="020B0604020202020204" pitchFamily="34" charset="0"/>
            </a:endParaRPr>
          </a:p>
          <a:p>
            <a:pPr defTabSz="502920">
              <a:spcAft>
                <a:spcPts val="600"/>
              </a:spcAft>
            </a:pPr>
            <a:endParaRPr lang="en-US" sz="1200" dirty="0">
              <a:solidFill>
                <a:schemeClr val="accent1"/>
              </a:solidFill>
              <a:latin typeface="Arial" panose="020B0604020202020204" pitchFamily="34" charset="0"/>
              <a:ea typeface="Calibri" panose="020F050202020403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73025907-C18C-D925-BA0C-B49752517296}"/>
              </a:ext>
            </a:extLst>
          </p:cNvPr>
          <p:cNvSpPr txBox="1"/>
          <p:nvPr/>
        </p:nvSpPr>
        <p:spPr>
          <a:xfrm>
            <a:off x="2671888" y="947090"/>
            <a:ext cx="2667000" cy="369332"/>
          </a:xfrm>
          <a:prstGeom prst="rect">
            <a:avLst/>
          </a:prstGeom>
          <a:noFill/>
        </p:spPr>
        <p:txBody>
          <a:bodyPr wrap="square" rtlCol="0">
            <a:spAutoFit/>
          </a:bodyPr>
          <a:lstStyle/>
          <a:p>
            <a:pPr algn="ctr"/>
            <a:r>
              <a:rPr lang="en-US" dirty="0">
                <a:solidFill>
                  <a:schemeClr val="accent3"/>
                </a:solidFill>
                <a:latin typeface="Arial Rounded MT Bold" panose="020F0704030504030204" pitchFamily="34" charset="0"/>
              </a:rPr>
              <a:t>April 2026</a:t>
            </a:r>
          </a:p>
        </p:txBody>
      </p:sp>
      <p:sp>
        <p:nvSpPr>
          <p:cNvPr id="8" name="Oval 7">
            <a:extLst>
              <a:ext uri="{FF2B5EF4-FFF2-40B4-BE49-F238E27FC236}">
                <a16:creationId xmlns:a16="http://schemas.microsoft.com/office/drawing/2014/main" id="{AB49B024-4823-D236-EAEC-D3A7E12A0F95}"/>
              </a:ext>
            </a:extLst>
          </p:cNvPr>
          <p:cNvSpPr/>
          <p:nvPr/>
        </p:nvSpPr>
        <p:spPr>
          <a:xfrm>
            <a:off x="130916" y="65810"/>
            <a:ext cx="1219200" cy="1217991"/>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Picture Placeholder 12">
            <a:extLst>
              <a:ext uri="{FF2B5EF4-FFF2-40B4-BE49-F238E27FC236}">
                <a16:creationId xmlns:a16="http://schemas.microsoft.com/office/drawing/2014/main" id="{18CE90DB-08AD-20FC-191D-2FD877819827}"/>
              </a:ext>
            </a:extLst>
          </p:cNvPr>
          <p:cNvSpPr>
            <a:spLocks noGrp="1"/>
          </p:cNvSpPr>
          <p:nvPr>
            <p:ph type="pic" sz="quarter" idx="10"/>
          </p:nvPr>
        </p:nvSpPr>
        <p:spPr/>
        <p:txBody>
          <a:bodyPr/>
          <a:lstStyle/>
          <a:p>
            <a:endParaRPr lang="en-US" dirty="0"/>
          </a:p>
        </p:txBody>
      </p:sp>
      <p:sp>
        <p:nvSpPr>
          <p:cNvPr id="17" name="Text Placeholder 2">
            <a:extLst>
              <a:ext uri="{FF2B5EF4-FFF2-40B4-BE49-F238E27FC236}">
                <a16:creationId xmlns:a16="http://schemas.microsoft.com/office/drawing/2014/main" id="{A35F7D95-D215-30F1-5065-541D826C8524}"/>
              </a:ext>
            </a:extLst>
          </p:cNvPr>
          <p:cNvSpPr txBox="1">
            <a:spLocks/>
          </p:cNvSpPr>
          <p:nvPr/>
        </p:nvSpPr>
        <p:spPr>
          <a:xfrm>
            <a:off x="318070" y="4846508"/>
            <a:ext cx="3254732" cy="3290242"/>
          </a:xfrm>
          <a:prstGeom prst="rect">
            <a:avLst/>
          </a:prstGeom>
        </p:spPr>
        <p:txBody>
          <a:bodyPr lIns="0" tIns="0" rIns="0" bIns="0"/>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nSpc>
                <a:spcPct val="107000"/>
              </a:lnSpc>
            </a:pPr>
            <a:r>
              <a:rPr lang="en-US" b="1" kern="0" dirty="0">
                <a:solidFill>
                  <a:srgbClr val="002060"/>
                </a:solidFill>
                <a:latin typeface="+mj-lt"/>
                <a:ea typeface="Calibri" panose="020F0502020204030204" pitchFamily="34" charset="0"/>
                <a:cs typeface="Times New Roman" panose="02020603050405020304" pitchFamily="18" charset="0"/>
              </a:rPr>
              <a:t>Strengthening Our Team: Introducing a New Lead at Dallas Center Middle School</a:t>
            </a:r>
          </a:p>
          <a:p>
            <a:pPr defTabSz="502920">
              <a:spcAft>
                <a:spcPts val="600"/>
              </a:spcAft>
            </a:pPr>
            <a:endParaRPr lang="en-US" sz="1200" kern="0" dirty="0">
              <a:solidFill>
                <a:schemeClr val="accent1"/>
              </a:solidFill>
              <a:latin typeface="Arial" panose="020B0604020202020204" pitchFamily="34" charset="0"/>
              <a:ea typeface="Calibri" panose="020F0502020204030204" pitchFamily="34" charset="0"/>
              <a:cs typeface="Arial" panose="020B0604020202020204" pitchFamily="34" charset="0"/>
            </a:endParaRPr>
          </a:p>
          <a:p>
            <a:pPr defTabSz="502920">
              <a:spcAft>
                <a:spcPts val="600"/>
              </a:spcAft>
            </a:pPr>
            <a:r>
              <a:rPr lang="en-US" sz="1400" kern="0" dirty="0">
                <a:solidFill>
                  <a:schemeClr val="accent1"/>
                </a:solidFill>
                <a:latin typeface="Arial" panose="020B0604020202020204" pitchFamily="34" charset="0"/>
                <a:ea typeface="Calibri" panose="020F0502020204030204" pitchFamily="34" charset="0"/>
                <a:cs typeface="Arial" panose="020B0604020202020204" pitchFamily="34" charset="0"/>
              </a:rPr>
              <a:t>Chartwells is excited to share that a new lead, Audra, will be taking over the kitchen at Dallas Center Middle School. Audra is a wonderful addition to our team and brings a wide range of strengths and valuable experience to this role. She is especially excited to join this district due to her personal ties to the community and her passion for serving the students at DC Middle School. With years of food service experience, students can look forward to excellent service and a friendly, welcoming face each day.</a:t>
            </a:r>
          </a:p>
          <a:p>
            <a:endParaRPr lang="en-US" kern="0" dirty="0">
              <a:latin typeface="Arial" panose="020B0604020202020204" pitchFamily="34" charset="0"/>
              <a:cs typeface="Arial" panose="020B0604020202020204" pitchFamily="34" charset="0"/>
            </a:endParaRPr>
          </a:p>
        </p:txBody>
      </p:sp>
      <p:cxnSp>
        <p:nvCxnSpPr>
          <p:cNvPr id="18" name="Straight Connector 17">
            <a:extLst>
              <a:ext uri="{FF2B5EF4-FFF2-40B4-BE49-F238E27FC236}">
                <a16:creationId xmlns:a16="http://schemas.microsoft.com/office/drawing/2014/main" id="{3CB9898F-C56B-3166-836D-029176061338}"/>
              </a:ext>
            </a:extLst>
          </p:cNvPr>
          <p:cNvCxnSpPr/>
          <p:nvPr/>
        </p:nvCxnSpPr>
        <p:spPr>
          <a:xfrm>
            <a:off x="3889513" y="5381058"/>
            <a:ext cx="0" cy="2203048"/>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3" name="Title 23">
            <a:extLst>
              <a:ext uri="{FF2B5EF4-FFF2-40B4-BE49-F238E27FC236}">
                <a16:creationId xmlns:a16="http://schemas.microsoft.com/office/drawing/2014/main" id="{65F97B64-422F-0706-682A-3223AC5955D5}"/>
              </a:ext>
            </a:extLst>
          </p:cNvPr>
          <p:cNvSpPr txBox="1">
            <a:spLocks/>
          </p:cNvSpPr>
          <p:nvPr/>
        </p:nvSpPr>
        <p:spPr>
          <a:xfrm>
            <a:off x="654176" y="70820"/>
            <a:ext cx="6702425" cy="914112"/>
          </a:xfrm>
          <a:prstGeom prst="rect">
            <a:avLst/>
          </a:prstGeom>
        </p:spPr>
        <p:txBody>
          <a:bodyPr/>
          <a:lstStyle>
            <a:lvl1pPr algn="ctr">
              <a:defRPr sz="2800">
                <a:solidFill>
                  <a:schemeClr val="bg1"/>
                </a:solidFill>
                <a:latin typeface="Arial Rounded MT Bold" panose="020F0704030504030204" pitchFamily="34" charset="0"/>
                <a:ea typeface="+mj-ea"/>
                <a:cs typeface="+mj-cs"/>
              </a:defRPr>
            </a:lvl1pPr>
          </a:lstStyle>
          <a:p>
            <a:r>
              <a:rPr lang="en-US" kern="0" dirty="0">
                <a:solidFill>
                  <a:schemeClr val="accent3"/>
                </a:solidFill>
              </a:rPr>
              <a:t>Dallas Center-Grimes</a:t>
            </a:r>
            <a:br>
              <a:rPr lang="en-US" kern="0" dirty="0">
                <a:solidFill>
                  <a:schemeClr val="accent3"/>
                </a:solidFill>
              </a:rPr>
            </a:br>
            <a:r>
              <a:rPr lang="en-US" kern="0" dirty="0"/>
              <a:t>Food Services Newsletter</a:t>
            </a:r>
          </a:p>
        </p:txBody>
      </p:sp>
      <p:pic>
        <p:nvPicPr>
          <p:cNvPr id="4" name="Picture Placeholder 6" descr="A red and white logo&#10;&#10;AI-generated content may be incorrect.">
            <a:extLst>
              <a:ext uri="{FF2B5EF4-FFF2-40B4-BE49-F238E27FC236}">
                <a16:creationId xmlns:a16="http://schemas.microsoft.com/office/drawing/2014/main" id="{B3C4988A-334F-2739-208E-258156598BB9}"/>
              </a:ext>
            </a:extLst>
          </p:cNvPr>
          <p:cNvPicPr>
            <a:picLocks noChangeAspect="1"/>
          </p:cNvPicPr>
          <p:nvPr/>
        </p:nvPicPr>
        <p:blipFill>
          <a:blip r:embed="rId3" cstate="print">
            <a:extLst>
              <a:ext uri="{28A0092B-C50C-407E-A947-70E740481C1C}">
                <a14:useLocalDpi xmlns:a14="http://schemas.microsoft.com/office/drawing/2010/main" val="0"/>
              </a:ext>
            </a:extLst>
          </a:blip>
          <a:srcRect t="7715" b="4849"/>
          <a:stretch>
            <a:fillRect/>
          </a:stretch>
        </p:blipFill>
        <p:spPr>
          <a:xfrm>
            <a:off x="-36742" y="30812"/>
            <a:ext cx="1518140" cy="1355874"/>
          </a:xfrm>
          <a:prstGeom prst="rect">
            <a:avLst/>
          </a:prstGeom>
        </p:spPr>
      </p:pic>
      <p:sp>
        <p:nvSpPr>
          <p:cNvPr id="7" name="object 12">
            <a:extLst>
              <a:ext uri="{FF2B5EF4-FFF2-40B4-BE49-F238E27FC236}">
                <a16:creationId xmlns:a16="http://schemas.microsoft.com/office/drawing/2014/main" id="{55D5EFDC-2AAF-57BD-384B-9352154E703D}"/>
              </a:ext>
            </a:extLst>
          </p:cNvPr>
          <p:cNvSpPr txBox="1"/>
          <p:nvPr/>
        </p:nvSpPr>
        <p:spPr>
          <a:xfrm>
            <a:off x="1236888" y="8958872"/>
            <a:ext cx="2426443" cy="688265"/>
          </a:xfrm>
          <a:prstGeom prst="rect">
            <a:avLst/>
          </a:prstGeom>
        </p:spPr>
        <p:txBody>
          <a:bodyPr vert="horz" wrap="square" lIns="0" tIns="46990" rIns="0" bIns="0" rtlCol="0">
            <a:spAutoFit/>
          </a:bodyPr>
          <a:lstStyle/>
          <a:p>
            <a:pPr marL="12700">
              <a:lnSpc>
                <a:spcPct val="100000"/>
              </a:lnSpc>
              <a:spcBef>
                <a:spcPts val="370"/>
              </a:spcBef>
            </a:pPr>
            <a:r>
              <a:rPr lang="en-US" sz="900" dirty="0">
                <a:solidFill>
                  <a:srgbClr val="1D345D"/>
                </a:solidFill>
                <a:cs typeface="Arial"/>
              </a:rPr>
              <a:t>Matt Pasma</a:t>
            </a:r>
            <a:endParaRPr lang="en-US" sz="900" dirty="0">
              <a:cs typeface="Arial"/>
            </a:endParaRPr>
          </a:p>
          <a:p>
            <a:pPr marL="12700" marR="5080">
              <a:lnSpc>
                <a:spcPct val="125000"/>
              </a:lnSpc>
            </a:pPr>
            <a:r>
              <a:rPr lang="en-US" sz="900" dirty="0">
                <a:solidFill>
                  <a:srgbClr val="1D345D"/>
                </a:solidFill>
                <a:cs typeface="Arial"/>
              </a:rPr>
              <a:t>DIRECTOR OF DINING SERVICES </a:t>
            </a:r>
          </a:p>
          <a:p>
            <a:pPr marL="12700" marR="5080">
              <a:lnSpc>
                <a:spcPct val="125000"/>
              </a:lnSpc>
            </a:pPr>
            <a:r>
              <a:rPr lang="en-US" sz="900" dirty="0">
                <a:solidFill>
                  <a:srgbClr val="1D345D"/>
                </a:solidFill>
                <a:cs typeface="Arial"/>
              </a:rPr>
              <a:t>515-423-6356  </a:t>
            </a:r>
          </a:p>
          <a:p>
            <a:pPr marL="12700" marR="5080">
              <a:lnSpc>
                <a:spcPct val="125000"/>
              </a:lnSpc>
            </a:pPr>
            <a:r>
              <a:rPr lang="en-US" sz="900" dirty="0">
                <a:solidFill>
                  <a:srgbClr val="1D345D"/>
                </a:solidFill>
                <a:cs typeface="Arial"/>
                <a:hlinkClick r:id="rId4"/>
              </a:rPr>
              <a:t>Matthew.Pasma@COMPASS-USA.COM</a:t>
            </a:r>
            <a:endParaRPr lang="en-US" sz="900" dirty="0">
              <a:cs typeface="Arial"/>
            </a:endParaRPr>
          </a:p>
        </p:txBody>
      </p:sp>
      <p:pic>
        <p:nvPicPr>
          <p:cNvPr id="9" name="Picture Placeholder 55" descr="A person in a black shirt&#10;&#10;AI-generated content may be incorrect.">
            <a:extLst>
              <a:ext uri="{FF2B5EF4-FFF2-40B4-BE49-F238E27FC236}">
                <a16:creationId xmlns:a16="http://schemas.microsoft.com/office/drawing/2014/main" id="{A3EC911D-20FF-BD10-E3AF-DDEA48FDC1FB}"/>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a:xfrm>
            <a:off x="331010" y="8897953"/>
            <a:ext cx="782637" cy="782638"/>
          </a:xfrm>
          <a:prstGeom prst="rect">
            <a:avLst/>
          </a:prstGeom>
        </p:spPr>
      </p:pic>
      <p:sp>
        <p:nvSpPr>
          <p:cNvPr id="15" name="TextBox 14">
            <a:extLst>
              <a:ext uri="{FF2B5EF4-FFF2-40B4-BE49-F238E27FC236}">
                <a16:creationId xmlns:a16="http://schemas.microsoft.com/office/drawing/2014/main" id="{ABD87A8F-5E61-9B24-EFB8-C247BA2E4FB1}"/>
              </a:ext>
            </a:extLst>
          </p:cNvPr>
          <p:cNvSpPr txBox="1"/>
          <p:nvPr/>
        </p:nvSpPr>
        <p:spPr>
          <a:xfrm>
            <a:off x="3962402" y="4846508"/>
            <a:ext cx="3809997" cy="4428520"/>
          </a:xfrm>
          <a:prstGeom prst="rect">
            <a:avLst/>
          </a:prstGeom>
          <a:noFill/>
        </p:spPr>
        <p:txBody>
          <a:bodyPr wrap="square">
            <a:spAutoFit/>
          </a:bodyPr>
          <a:lstStyle/>
          <a:p>
            <a:pPr>
              <a:lnSpc>
                <a:spcPct val="107000"/>
              </a:lnSpc>
            </a:pPr>
            <a:r>
              <a:rPr lang="en-US" b="1" kern="0" dirty="0">
                <a:solidFill>
                  <a:srgbClr val="002060"/>
                </a:solidFill>
                <a:latin typeface="+mj-lt"/>
                <a:ea typeface="Calibri" panose="020F0502020204030204" pitchFamily="34" charset="0"/>
                <a:cs typeface="Times New Roman" panose="02020603050405020304" pitchFamily="18" charset="0"/>
              </a:rPr>
              <a:t>A Look Into Seasonings and Pesto</a:t>
            </a:r>
          </a:p>
          <a:p>
            <a:pPr>
              <a:lnSpc>
                <a:spcPct val="107000"/>
              </a:lnSpc>
            </a:pPr>
            <a:endParaRPr lang="en-US" sz="1800" kern="0" dirty="0">
              <a:solidFill>
                <a:schemeClr val="accent1"/>
              </a:solidFill>
              <a:latin typeface="Arial" panose="020B0604020202020204" pitchFamily="34" charset="0"/>
              <a:ea typeface="Calibri" panose="020F0502020204030204" pitchFamily="34" charset="0"/>
              <a:cs typeface="Arial" panose="020B0604020202020204" pitchFamily="34" charset="0"/>
            </a:endParaRPr>
          </a:p>
          <a:p>
            <a:pPr defTabSz="502920">
              <a:spcAft>
                <a:spcPts val="600"/>
              </a:spcAft>
            </a:pPr>
            <a:r>
              <a:rPr lang="en-US" sz="1400" kern="0" dirty="0">
                <a:solidFill>
                  <a:schemeClr val="accent1"/>
                </a:solidFill>
                <a:latin typeface="Arial" panose="020B0604020202020204" pitchFamily="34" charset="0"/>
                <a:ea typeface="Calibri" panose="020F0502020204030204" pitchFamily="34" charset="0"/>
                <a:cs typeface="Arial" panose="020B0604020202020204" pitchFamily="34" charset="0"/>
              </a:rPr>
              <a:t>April is all about being a Waste Warrior, and Chef Jozsef helped lead the way by showing students how to reduce food waste through a simple, homemade pesto demonstration. He highlighted how easy it is to create a tasty sauce using ingredients found around the house, including produce that may not look appealing. Students learned that these “imperfect” fruits and vegetables are just as flavorful and nutritious, and that over 6 million pounds of food waste comes from produce discarded for appearance alone. This pesto lesson demonstrated how using all vegetables, no matter how they look, can reduce waste and encourage appreciation for all foods.</a:t>
            </a:r>
          </a:p>
        </p:txBody>
      </p:sp>
    </p:spTree>
    <p:extLst>
      <p:ext uri="{BB962C8B-B14F-4D97-AF65-F5344CB8AC3E}">
        <p14:creationId xmlns:p14="http://schemas.microsoft.com/office/powerpoint/2010/main" val="13341816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FFE8316-2CAE-4F19-40E7-FD535AA9F662}"/>
              </a:ext>
            </a:extLst>
          </p:cNvPr>
          <p:cNvSpPr>
            <a:spLocks noGrp="1"/>
          </p:cNvSpPr>
          <p:nvPr>
            <p:ph type="pic" sz="quarter" idx="11"/>
          </p:nvPr>
        </p:nvSpPr>
        <p:spPr>
          <a:xfrm>
            <a:off x="269314" y="4030281"/>
            <a:ext cx="2895600" cy="2630487"/>
          </a:xfrm>
        </p:spPr>
        <p:txBody>
          <a:bodyPr/>
          <a:lstStyle/>
          <a:p>
            <a:endParaRPr lang="en-US"/>
          </a:p>
        </p:txBody>
      </p:sp>
      <p:sp>
        <p:nvSpPr>
          <p:cNvPr id="7" name="TextBox 6">
            <a:extLst>
              <a:ext uri="{FF2B5EF4-FFF2-40B4-BE49-F238E27FC236}">
                <a16:creationId xmlns:a16="http://schemas.microsoft.com/office/drawing/2014/main" id="{AB1F0282-6941-5825-BA69-6D2242A7BED6}"/>
              </a:ext>
            </a:extLst>
          </p:cNvPr>
          <p:cNvSpPr txBox="1"/>
          <p:nvPr/>
        </p:nvSpPr>
        <p:spPr>
          <a:xfrm>
            <a:off x="3397996" y="4094955"/>
            <a:ext cx="4222004" cy="2585323"/>
          </a:xfrm>
          <a:prstGeom prst="rect">
            <a:avLst/>
          </a:prstGeom>
          <a:noFill/>
        </p:spPr>
        <p:txBody>
          <a:bodyPr wrap="square" rtlCol="0">
            <a:spAutoFit/>
          </a:bodyPr>
          <a:lstStyle/>
          <a:p>
            <a:r>
              <a:rPr lang="en-US" b="1" dirty="0">
                <a:solidFill>
                  <a:schemeClr val="bg1"/>
                </a:solidFill>
                <a:latin typeface="Arial Rounded MT Bold" panose="020F0704030504030204" pitchFamily="34" charset="0"/>
              </a:rPr>
              <a:t>Prom-</a:t>
            </a:r>
            <a:r>
              <a:rPr lang="en-US" b="1" dirty="0" err="1">
                <a:solidFill>
                  <a:schemeClr val="bg1"/>
                </a:solidFill>
                <a:latin typeface="Arial Rounded MT Bold" panose="020F0704030504030204" pitchFamily="34" charset="0"/>
              </a:rPr>
              <a:t>otion</a:t>
            </a:r>
            <a:r>
              <a:rPr lang="en-US" b="1" dirty="0">
                <a:solidFill>
                  <a:schemeClr val="bg1"/>
                </a:solidFill>
                <a:latin typeface="Arial Rounded MT Bold" panose="020F0704030504030204" pitchFamily="34" charset="0"/>
              </a:rPr>
              <a:t> </a:t>
            </a:r>
          </a:p>
          <a:p>
            <a:endParaRPr lang="en-US" sz="1200" b="1" dirty="0">
              <a:solidFill>
                <a:schemeClr val="bg1"/>
              </a:solidFill>
              <a:latin typeface="Arial" panose="020B0604020202020204" pitchFamily="34" charset="0"/>
              <a:cs typeface="Arial" panose="020B0604020202020204" pitchFamily="34" charset="0"/>
            </a:endParaRPr>
          </a:p>
          <a:p>
            <a:r>
              <a:rPr lang="en-US" sz="1200" dirty="0">
                <a:solidFill>
                  <a:schemeClr val="bg1"/>
                </a:solidFill>
                <a:latin typeface="Arial" panose="020B0604020202020204" pitchFamily="34" charset="0"/>
                <a:cs typeface="Arial" panose="020B0604020202020204" pitchFamily="34" charset="0"/>
              </a:rPr>
              <a:t>This month, we were excited to offer high school students a fun Prom‑</a:t>
            </a:r>
            <a:r>
              <a:rPr lang="en-US" sz="1200" dirty="0" err="1">
                <a:solidFill>
                  <a:schemeClr val="bg1"/>
                </a:solidFill>
                <a:latin typeface="Arial" panose="020B0604020202020204" pitchFamily="34" charset="0"/>
                <a:cs typeface="Arial" panose="020B0604020202020204" pitchFamily="34" charset="0"/>
              </a:rPr>
              <a:t>otion</a:t>
            </a:r>
            <a:r>
              <a:rPr lang="en-US" sz="1200" dirty="0">
                <a:solidFill>
                  <a:schemeClr val="bg1"/>
                </a:solidFill>
                <a:latin typeface="Arial" panose="020B0604020202020204" pitchFamily="34" charset="0"/>
                <a:cs typeface="Arial" panose="020B0604020202020204" pitchFamily="34" charset="0"/>
              </a:rPr>
              <a:t> giveaway to help cover prom dinner costs. Students had the chance to win a $100 or $50 gift card, and participation was open to all grade levels, including freshmen and sophomores, to use at their favorite restaurants. When students purchased a full school lunch, they were eligible to enter their name into the drawing. The giveaway ran for eight days, and students could enter once per day, giving them multiple chances to win. We loved adding a little extra excitement to prom season and supporting students along the way!</a:t>
            </a:r>
          </a:p>
        </p:txBody>
      </p:sp>
      <p:sp>
        <p:nvSpPr>
          <p:cNvPr id="8" name="TextBox 7">
            <a:extLst>
              <a:ext uri="{FF2B5EF4-FFF2-40B4-BE49-F238E27FC236}">
                <a16:creationId xmlns:a16="http://schemas.microsoft.com/office/drawing/2014/main" id="{439617E0-5D53-73F6-2352-93F31AD29A1B}"/>
              </a:ext>
            </a:extLst>
          </p:cNvPr>
          <p:cNvSpPr txBox="1"/>
          <p:nvPr/>
        </p:nvSpPr>
        <p:spPr>
          <a:xfrm>
            <a:off x="273795" y="762000"/>
            <a:ext cx="4069605" cy="2431435"/>
          </a:xfrm>
          <a:prstGeom prst="rect">
            <a:avLst/>
          </a:prstGeom>
          <a:noFill/>
        </p:spPr>
        <p:txBody>
          <a:bodyPr wrap="square" rtlCol="0">
            <a:spAutoFit/>
          </a:bodyPr>
          <a:lstStyle/>
          <a:p>
            <a:r>
              <a:rPr lang="en-US" b="1" dirty="0">
                <a:solidFill>
                  <a:schemeClr val="accent1"/>
                </a:solidFill>
                <a:latin typeface="Arial Rounded MT Bold" panose="020F0704030504030204" pitchFamily="34" charset="0"/>
              </a:rPr>
              <a:t>DISCOVERY KITCHEN FUN</a:t>
            </a:r>
          </a:p>
          <a:p>
            <a:r>
              <a:rPr lang="en-US" sz="1400" b="1" i="1" dirty="0">
                <a:solidFill>
                  <a:schemeClr val="accent6"/>
                </a:solidFill>
                <a:latin typeface="Arial" panose="020B0604020202020204" pitchFamily="34" charset="0"/>
                <a:cs typeface="Arial" panose="020B0604020202020204" pitchFamily="34" charset="0"/>
              </a:rPr>
              <a:t>Be A Waste Warrior</a:t>
            </a:r>
          </a:p>
          <a:p>
            <a:endParaRPr lang="en-US" sz="1200" dirty="0">
              <a:solidFill>
                <a:schemeClr val="accent1"/>
              </a:solidFill>
              <a:latin typeface="Arial" panose="020B0604020202020204" pitchFamily="34" charset="0"/>
              <a:cs typeface="Arial" panose="020B0604020202020204" pitchFamily="34" charset="0"/>
            </a:endParaRPr>
          </a:p>
          <a:p>
            <a:r>
              <a:rPr lang="en-US" sz="1200" dirty="0">
                <a:solidFill>
                  <a:schemeClr val="accent1"/>
                </a:solidFill>
                <a:effectLst/>
                <a:latin typeface="Arial" panose="020B0604020202020204" pitchFamily="34" charset="0"/>
                <a:ea typeface="Calibri" panose="020F0502020204030204" pitchFamily="34" charset="0"/>
                <a:cs typeface="Arial" panose="020B0604020202020204" pitchFamily="34" charset="0"/>
              </a:rPr>
              <a:t>This month’s Discovery Kitchen theme presents interactive, impactful activities to connect with today’s students. With environment-friendly festivities including Earth Day and Stop Food Waste Day throughout the month of April, we’ll celebrate with featured foods and programs that highlight the many ways students and the community can make a difference in reducing food waste and protect the environment.  </a:t>
            </a:r>
          </a:p>
          <a:p>
            <a:pPr marL="0" marR="0">
              <a:spcBef>
                <a:spcPts val="0"/>
              </a:spcBef>
              <a:spcAft>
                <a:spcPts val="0"/>
              </a:spcAft>
            </a:pPr>
            <a:endParaRPr lang="en-US" sz="1200" dirty="0">
              <a:solidFill>
                <a:schemeClr val="accent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F30D79E2-A246-D376-6ADB-17C6CE88C524}"/>
              </a:ext>
            </a:extLst>
          </p:cNvPr>
          <p:cNvSpPr txBox="1"/>
          <p:nvPr/>
        </p:nvSpPr>
        <p:spPr>
          <a:xfrm>
            <a:off x="255867" y="6995255"/>
            <a:ext cx="3917204" cy="400110"/>
          </a:xfrm>
          <a:prstGeom prst="rect">
            <a:avLst/>
          </a:prstGeom>
          <a:noFill/>
        </p:spPr>
        <p:txBody>
          <a:bodyPr wrap="square" rtlCol="0">
            <a:spAutoFit/>
          </a:bodyPr>
          <a:lstStyle/>
          <a:p>
            <a:r>
              <a:rPr lang="en-US" sz="2000" b="1" dirty="0">
                <a:solidFill>
                  <a:schemeClr val="accent5"/>
                </a:solidFill>
                <a:latin typeface="Arial Rounded MT Bold" panose="020F0704030504030204" pitchFamily="34" charset="0"/>
              </a:rPr>
              <a:t>UP NEXT:</a:t>
            </a:r>
          </a:p>
        </p:txBody>
      </p:sp>
      <p:sp>
        <p:nvSpPr>
          <p:cNvPr id="10" name="TextBox 9">
            <a:extLst>
              <a:ext uri="{FF2B5EF4-FFF2-40B4-BE49-F238E27FC236}">
                <a16:creationId xmlns:a16="http://schemas.microsoft.com/office/drawing/2014/main" id="{A420D4A4-7FBC-C32A-4075-A6CC7D4A8F13}"/>
              </a:ext>
            </a:extLst>
          </p:cNvPr>
          <p:cNvSpPr txBox="1"/>
          <p:nvPr/>
        </p:nvSpPr>
        <p:spPr>
          <a:xfrm>
            <a:off x="93949" y="7321209"/>
            <a:ext cx="2495221" cy="646331"/>
          </a:xfrm>
          <a:prstGeom prst="rect">
            <a:avLst/>
          </a:prstGeom>
          <a:noFill/>
        </p:spPr>
        <p:txBody>
          <a:bodyPr wrap="square" rtlCol="0">
            <a:spAutoFit/>
          </a:bodyPr>
          <a:lstStyle/>
          <a:p>
            <a:r>
              <a:rPr lang="en-US" sz="1200" dirty="0">
                <a:solidFill>
                  <a:schemeClr val="accent1"/>
                </a:solidFill>
              </a:rPr>
              <a:t>Elementary students are being offered raisins to participate in raisin day! </a:t>
            </a:r>
          </a:p>
        </p:txBody>
      </p:sp>
      <p:cxnSp>
        <p:nvCxnSpPr>
          <p:cNvPr id="13" name="Straight Connector 12">
            <a:extLst>
              <a:ext uri="{FF2B5EF4-FFF2-40B4-BE49-F238E27FC236}">
                <a16:creationId xmlns:a16="http://schemas.microsoft.com/office/drawing/2014/main" id="{5C2C62C7-F0DF-C1DB-4262-A3175225B7F6}"/>
              </a:ext>
            </a:extLst>
          </p:cNvPr>
          <p:cNvCxnSpPr>
            <a:cxnSpLocks/>
          </p:cNvCxnSpPr>
          <p:nvPr/>
        </p:nvCxnSpPr>
        <p:spPr>
          <a:xfrm>
            <a:off x="2598135" y="7543800"/>
            <a:ext cx="0" cy="1828800"/>
          </a:xfrm>
          <a:prstGeom prst="line">
            <a:avLst/>
          </a:prstGeom>
          <a:ln w="2222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5E548B1-1DFF-EE37-8A0A-7436E309A6AC}"/>
              </a:ext>
            </a:extLst>
          </p:cNvPr>
          <p:cNvCxnSpPr>
            <a:cxnSpLocks/>
          </p:cNvCxnSpPr>
          <p:nvPr/>
        </p:nvCxnSpPr>
        <p:spPr>
          <a:xfrm>
            <a:off x="5155139" y="7543800"/>
            <a:ext cx="0" cy="1828800"/>
          </a:xfrm>
          <a:prstGeom prst="line">
            <a:avLst/>
          </a:prstGeom>
          <a:ln w="2222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00FA541-2605-4B33-EE75-FF26015314ED}"/>
              </a:ext>
            </a:extLst>
          </p:cNvPr>
          <p:cNvSpPr txBox="1"/>
          <p:nvPr/>
        </p:nvSpPr>
        <p:spPr>
          <a:xfrm>
            <a:off x="2659918" y="7356307"/>
            <a:ext cx="2495221" cy="646331"/>
          </a:xfrm>
          <a:prstGeom prst="rect">
            <a:avLst/>
          </a:prstGeom>
          <a:noFill/>
        </p:spPr>
        <p:txBody>
          <a:bodyPr wrap="square" rtlCol="0">
            <a:spAutoFit/>
          </a:bodyPr>
          <a:lstStyle/>
          <a:p>
            <a:r>
              <a:rPr lang="en-US" sz="1200" dirty="0">
                <a:solidFill>
                  <a:schemeClr val="accent1"/>
                </a:solidFill>
              </a:rPr>
              <a:t>The Earth is always something worth celebrating. Happy Earth Day!</a:t>
            </a:r>
          </a:p>
        </p:txBody>
      </p:sp>
      <p:sp>
        <p:nvSpPr>
          <p:cNvPr id="5" name="TextBox 4">
            <a:extLst>
              <a:ext uri="{FF2B5EF4-FFF2-40B4-BE49-F238E27FC236}">
                <a16:creationId xmlns:a16="http://schemas.microsoft.com/office/drawing/2014/main" id="{192EC1D1-9069-3008-E18B-1EAF07274FB8}"/>
              </a:ext>
            </a:extLst>
          </p:cNvPr>
          <p:cNvSpPr txBox="1"/>
          <p:nvPr/>
        </p:nvSpPr>
        <p:spPr>
          <a:xfrm>
            <a:off x="5321531" y="7395363"/>
            <a:ext cx="2366219" cy="646331"/>
          </a:xfrm>
          <a:prstGeom prst="rect">
            <a:avLst/>
          </a:prstGeom>
          <a:noFill/>
        </p:spPr>
        <p:txBody>
          <a:bodyPr wrap="square" rtlCol="0">
            <a:spAutoFit/>
          </a:bodyPr>
          <a:lstStyle/>
          <a:p>
            <a:r>
              <a:rPr lang="en-US" sz="1200" dirty="0">
                <a:solidFill>
                  <a:schemeClr val="accent1"/>
                </a:solidFill>
              </a:rPr>
              <a:t>DCG is fortunate to have outstanding libraries led by even better librarians. Thank you!  </a:t>
            </a:r>
          </a:p>
        </p:txBody>
      </p:sp>
      <p:sp>
        <p:nvSpPr>
          <p:cNvPr id="6" name="TextBox 5">
            <a:extLst>
              <a:ext uri="{FF2B5EF4-FFF2-40B4-BE49-F238E27FC236}">
                <a16:creationId xmlns:a16="http://schemas.microsoft.com/office/drawing/2014/main" id="{75715BF4-9611-07D4-851D-D6B7527A5CD4}"/>
              </a:ext>
            </a:extLst>
          </p:cNvPr>
          <p:cNvSpPr txBox="1"/>
          <p:nvPr/>
        </p:nvSpPr>
        <p:spPr>
          <a:xfrm>
            <a:off x="2589170" y="9716049"/>
            <a:ext cx="5085575" cy="276999"/>
          </a:xfrm>
          <a:prstGeom prst="rect">
            <a:avLst/>
          </a:prstGeom>
          <a:noFill/>
        </p:spPr>
        <p:txBody>
          <a:bodyPr wrap="square" rtlCol="0">
            <a:spAutoFit/>
          </a:bodyPr>
          <a:lstStyle/>
          <a:p>
            <a:pPr algn="r"/>
            <a:r>
              <a:rPr lang="en-US" sz="1200" dirty="0"/>
              <a:t>This institution is an equal opportunity provider.</a:t>
            </a:r>
          </a:p>
        </p:txBody>
      </p:sp>
      <p:pic>
        <p:nvPicPr>
          <p:cNvPr id="24" name="Picture Placeholder 23">
            <a:extLst>
              <a:ext uri="{FF2B5EF4-FFF2-40B4-BE49-F238E27FC236}">
                <a16:creationId xmlns:a16="http://schemas.microsoft.com/office/drawing/2014/main" id="{7E3CDB2F-DAA6-AF44-97CB-ABA0597D42E0}"/>
              </a:ext>
            </a:extLst>
          </p:cNvPr>
          <p:cNvPicPr>
            <a:picLocks noGrp="1" noChangeAspect="1"/>
          </p:cNvPicPr>
          <p:nvPr>
            <p:ph type="pic" sz="quarter" idx="14"/>
          </p:nvPr>
        </p:nvPicPr>
        <p:blipFill rotWithShape="1">
          <a:blip r:embed="rId2">
            <a:extLst>
              <a:ext uri="{28A0092B-C50C-407E-A947-70E740481C1C}">
                <a14:useLocalDpi xmlns:a14="http://schemas.microsoft.com/office/drawing/2010/main" val="0"/>
              </a:ext>
            </a:extLst>
          </a:blip>
          <a:srcRect l="9389" r="9389"/>
          <a:stretch/>
        </p:blipFill>
        <p:spPr>
          <a:xfrm>
            <a:off x="2788920" y="7963579"/>
            <a:ext cx="2194560" cy="1645920"/>
          </a:xfrm>
          <a:ln>
            <a:noFill/>
          </a:ln>
        </p:spPr>
      </p:pic>
      <p:pic>
        <p:nvPicPr>
          <p:cNvPr id="27" name="Picture Placeholder 26">
            <a:extLst>
              <a:ext uri="{FF2B5EF4-FFF2-40B4-BE49-F238E27FC236}">
                <a16:creationId xmlns:a16="http://schemas.microsoft.com/office/drawing/2014/main" id="{0FA7ADB1-3568-5825-B688-23F0277BCE6F}"/>
              </a:ext>
            </a:extLst>
          </p:cNvPr>
          <p:cNvPicPr>
            <a:picLocks noGrp="1" noChangeAspect="1"/>
          </p:cNvPicPr>
          <p:nvPr>
            <p:ph type="pic" sz="quarter" idx="10"/>
          </p:nvPr>
        </p:nvPicPr>
        <p:blipFill rotWithShape="1">
          <a:blip r:embed="rId3" cstate="print">
            <a:extLst>
              <a:ext uri="{28A0092B-C50C-407E-A947-70E740481C1C}">
                <a14:useLocalDpi xmlns:a14="http://schemas.microsoft.com/office/drawing/2010/main" val="0"/>
              </a:ext>
            </a:extLst>
          </a:blip>
          <a:srcRect l="10421" r="10421"/>
          <a:stretch/>
        </p:blipFill>
        <p:spPr/>
      </p:pic>
      <p:sp>
        <p:nvSpPr>
          <p:cNvPr id="2" name="TextBox 1">
            <a:extLst>
              <a:ext uri="{FF2B5EF4-FFF2-40B4-BE49-F238E27FC236}">
                <a16:creationId xmlns:a16="http://schemas.microsoft.com/office/drawing/2014/main" id="{1E67C055-268A-0862-412F-4599A35714C0}"/>
              </a:ext>
            </a:extLst>
          </p:cNvPr>
          <p:cNvSpPr txBox="1"/>
          <p:nvPr/>
        </p:nvSpPr>
        <p:spPr>
          <a:xfrm>
            <a:off x="8458200" y="3799448"/>
            <a:ext cx="3886200" cy="461665"/>
          </a:xfrm>
          <a:prstGeom prst="rect">
            <a:avLst/>
          </a:prstGeom>
          <a:noFill/>
        </p:spPr>
        <p:txBody>
          <a:bodyPr wrap="square" rtlCol="0">
            <a:spAutoFit/>
          </a:bodyPr>
          <a:lstStyle/>
          <a:p>
            <a:r>
              <a:rPr lang="en-US" sz="2400" u="sng" dirty="0"/>
              <a:t>Optional logos for story #2</a:t>
            </a:r>
          </a:p>
        </p:txBody>
      </p:sp>
      <p:pic>
        <p:nvPicPr>
          <p:cNvPr id="11" name="Picture 10">
            <a:extLst>
              <a:ext uri="{FF2B5EF4-FFF2-40B4-BE49-F238E27FC236}">
                <a16:creationId xmlns:a16="http://schemas.microsoft.com/office/drawing/2014/main" id="{81386196-3CDA-D169-3438-AE9248544F4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p:blipFill>
        <p:spPr bwMode="auto">
          <a:xfrm>
            <a:off x="8305800" y="5955801"/>
            <a:ext cx="1689517" cy="97563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A black and white sign with white letters and legs&#10;&#10;AI-generated content may be incorrect.">
            <a:extLst>
              <a:ext uri="{FF2B5EF4-FFF2-40B4-BE49-F238E27FC236}">
                <a16:creationId xmlns:a16="http://schemas.microsoft.com/office/drawing/2014/main" id="{A5512B1F-D58A-C584-58AE-E873A4A3D88F}"/>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248134" y="4663139"/>
            <a:ext cx="1747183" cy="975635"/>
          </a:xfrm>
          <a:prstGeom prst="rect">
            <a:avLst/>
          </a:prstGeom>
          <a:noFill/>
          <a:ln>
            <a:noFill/>
          </a:ln>
        </p:spPr>
      </p:pic>
      <p:pic>
        <p:nvPicPr>
          <p:cNvPr id="14" name="Picture 13" descr="A white text on a black background&#10;&#10;AI-generated content may be incorrect.">
            <a:extLst>
              <a:ext uri="{FF2B5EF4-FFF2-40B4-BE49-F238E27FC236}">
                <a16:creationId xmlns:a16="http://schemas.microsoft.com/office/drawing/2014/main" id="{D8FF4A1F-6E6C-1194-5514-7E6079684403}"/>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829800" y="4504626"/>
            <a:ext cx="3244386" cy="1292662"/>
          </a:xfrm>
          <a:prstGeom prst="rect">
            <a:avLst/>
          </a:prstGeom>
          <a:noFill/>
          <a:ln>
            <a:noFill/>
          </a:ln>
        </p:spPr>
      </p:pic>
      <p:sp>
        <p:nvSpPr>
          <p:cNvPr id="15" name="TextBox 14">
            <a:extLst>
              <a:ext uri="{FF2B5EF4-FFF2-40B4-BE49-F238E27FC236}">
                <a16:creationId xmlns:a16="http://schemas.microsoft.com/office/drawing/2014/main" id="{8C125A7D-A2C7-DBD7-E334-A70207FB4862}"/>
              </a:ext>
            </a:extLst>
          </p:cNvPr>
          <p:cNvSpPr txBox="1"/>
          <p:nvPr/>
        </p:nvSpPr>
        <p:spPr>
          <a:xfrm>
            <a:off x="8268116" y="7569200"/>
            <a:ext cx="4152481" cy="461665"/>
          </a:xfrm>
          <a:prstGeom prst="rect">
            <a:avLst/>
          </a:prstGeom>
          <a:noFill/>
        </p:spPr>
        <p:txBody>
          <a:bodyPr wrap="square" rtlCol="0">
            <a:spAutoFit/>
          </a:bodyPr>
          <a:lstStyle/>
          <a:p>
            <a:r>
              <a:rPr lang="en-US" sz="2400" u="sng" dirty="0"/>
              <a:t>Optional Fun Days </a:t>
            </a:r>
            <a:r>
              <a:rPr lang="en-US" sz="2400" u="sng" dirty="0">
                <a:hlinkClick r:id="rId7"/>
              </a:rPr>
              <a:t>(link here)</a:t>
            </a:r>
            <a:endParaRPr lang="en-US" sz="2400" u="sng" dirty="0"/>
          </a:p>
        </p:txBody>
      </p:sp>
      <p:pic>
        <p:nvPicPr>
          <p:cNvPr id="17" name="Picture 16" descr="A black background with colorful text&#10;&#10;AI-generated content may be incorrect.">
            <a:extLst>
              <a:ext uri="{FF2B5EF4-FFF2-40B4-BE49-F238E27FC236}">
                <a16:creationId xmlns:a16="http://schemas.microsoft.com/office/drawing/2014/main" id="{CD01D689-234A-17BD-6D11-6312909ED589}"/>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562462" y="5955801"/>
            <a:ext cx="1779062" cy="1186041"/>
          </a:xfrm>
          <a:prstGeom prst="rect">
            <a:avLst/>
          </a:prstGeom>
          <a:noFill/>
          <a:ln>
            <a:noFill/>
          </a:ln>
        </p:spPr>
      </p:pic>
      <p:pic>
        <p:nvPicPr>
          <p:cNvPr id="1028" name="Picture 4">
            <a:extLst>
              <a:ext uri="{FF2B5EF4-FFF2-40B4-BE49-F238E27FC236}">
                <a16:creationId xmlns:a16="http://schemas.microsoft.com/office/drawing/2014/main" id="{485AD706-D197-CA40-1004-9391891D0107}"/>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340282" y="8029912"/>
            <a:ext cx="2334464" cy="157958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6219E0F5-0E0D-3E7B-1F7A-B2635C837DB5}"/>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93949" y="7963579"/>
            <a:ext cx="2313402" cy="16459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0666337"/>
      </p:ext>
    </p:extLst>
  </p:cSld>
  <p:clrMapOvr>
    <a:masterClrMapping/>
  </p:clrMapOvr>
</p:sld>
</file>

<file path=ppt/theme/theme1.xml><?xml version="1.0" encoding="utf-8"?>
<a:theme xmlns:a="http://schemas.openxmlformats.org/drawingml/2006/main" name="Office Theme">
  <a:themeElements>
    <a:clrScheme name="Chartwells">
      <a:dk1>
        <a:srgbClr val="000000"/>
      </a:dk1>
      <a:lt1>
        <a:srgbClr val="FFFFFF"/>
      </a:lt1>
      <a:dk2>
        <a:srgbClr val="3F97B5"/>
      </a:dk2>
      <a:lt2>
        <a:srgbClr val="E7E6E6"/>
      </a:lt2>
      <a:accent1>
        <a:srgbClr val="1C345D"/>
      </a:accent1>
      <a:accent2>
        <a:srgbClr val="F3333F"/>
      </a:accent2>
      <a:accent3>
        <a:srgbClr val="FFC743"/>
      </a:accent3>
      <a:accent4>
        <a:srgbClr val="ED7421"/>
      </a:accent4>
      <a:accent5>
        <a:srgbClr val="EC99AB"/>
      </a:accent5>
      <a:accent6>
        <a:srgbClr val="3ABEAB"/>
      </a:accent6>
      <a:hlink>
        <a:srgbClr val="3991B3"/>
      </a:hlink>
      <a:folHlink>
        <a:srgbClr val="BEC4C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f7ba3086-4e3e-4f0e-badc-cc089f4cf157">
      <Value>84</Value>
    </TaxCatchAll>
    <lcf76f155ced4ddcb4097134ff3c332f xmlns="4d04d222-a564-492f-9717-c518cce2205c">
      <Terms xmlns="http://schemas.microsoft.com/office/infopath/2007/PartnerControls"/>
    </lcf76f155ced4ddcb4097134ff3c332f>
    <Category xmlns="4d04d222-a564-492f-9717-c518cce2205c">Newsletters New</Category>
    <ADACompliant xmlns="4d04d222-a564-492f-9717-c518cce2205c">No</ADACompliant>
    <HUBTeam xmlns="4d04d222-a564-492f-9717-c518cce2205c">Marketing</HUBTeam>
    <Display_x0020_Page xmlns="4d04d222-a564-492f-9717-c518cce2205c">Brand Materials</Display_x0020_Page>
    <Date xmlns="4d04d222-a564-492f-9717-c518cce2205c">2025-07-22T13:43:15+00:00</Date>
    <Document_x0020_Group xmlns="4d04d222-a564-492f-9717-c518cce2205c">Newsletters</Document_x0020_Group>
    <Program xmlns="4d04d222-a564-492f-9717-c518cce2205c">Brand Materials</Program>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8407FDD2783CC4D9EF406EC762799FC" ma:contentTypeVersion="23" ma:contentTypeDescription="Create a new document." ma:contentTypeScope="" ma:versionID="cdc7b8911ab5274f945be6fcb87dddb4">
  <xsd:schema xmlns:xsd="http://www.w3.org/2001/XMLSchema" xmlns:xs="http://www.w3.org/2001/XMLSchema" xmlns:p="http://schemas.microsoft.com/office/2006/metadata/properties" xmlns:ns2="4d04d222-a564-492f-9717-c518cce2205c" xmlns:ns3="f7ba3086-4e3e-4f0e-badc-cc089f4cf157" targetNamespace="http://schemas.microsoft.com/office/2006/metadata/properties" ma:root="true" ma:fieldsID="54a8517ed94d6317f154632ac5808194" ns2:_="" ns3:_="">
    <xsd:import namespace="4d04d222-a564-492f-9717-c518cce2205c"/>
    <xsd:import namespace="f7ba3086-4e3e-4f0e-badc-cc089f4cf157"/>
    <xsd:element name="properties">
      <xsd:complexType>
        <xsd:sequence>
          <xsd:element name="documentManagement">
            <xsd:complexType>
              <xsd:all>
                <xsd:element ref="ns2:HUBTeam"/>
                <xsd:element ref="ns2:Program" minOccurs="0"/>
                <xsd:element ref="ns2:Category"/>
                <xsd:element ref="ns2:Date" minOccurs="0"/>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ServiceObjectDetectorVersions" minOccurs="0"/>
                <xsd:element ref="ns2:MediaLengthInSeconds" minOccurs="0"/>
                <xsd:element ref="ns2:MediaServiceSearchProperties" minOccurs="0"/>
                <xsd:element ref="ns2:ADACompliant" minOccurs="0"/>
                <xsd:element ref="ns2:Display_x0020_Page" minOccurs="0"/>
                <xsd:element ref="ns2:Document_x0020_Group"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04d222-a564-492f-9717-c518cce2205c" elementFormDefault="qualified">
    <xsd:import namespace="http://schemas.microsoft.com/office/2006/documentManagement/types"/>
    <xsd:import namespace="http://schemas.microsoft.com/office/infopath/2007/PartnerControls"/>
    <xsd:element name="HUBTeam" ma:index="2" ma:displayName="HUB Team" ma:description="Marketing, Nutrition, Culinary, Purchasing" ma:format="Dropdown" ma:internalName="HUBTeam">
      <xsd:simpleType>
        <xsd:restriction base="dms:Choice">
          <xsd:enumeration value="Culinary"/>
          <xsd:enumeration value="Marketing"/>
          <xsd:enumeration value="Nutrition"/>
          <xsd:enumeration value="Purchasing"/>
          <xsd:enumeration value="Safety"/>
          <xsd:enumeration value="Finance"/>
          <xsd:enumeration value="Human Resources"/>
          <xsd:enumeration value="L&amp;D"/>
          <xsd:enumeration value="OpX"/>
        </xsd:restriction>
      </xsd:simpleType>
    </xsd:element>
    <xsd:element name="Program" ma:index="3" nillable="true" ma:displayName="Program" ma:description="Discovery Kitchen, Mood Boost, Student Choice, Global Eats, Sports Nutrition, etc." ma:format="Dropdown" ma:indexed="true" ma:internalName="Program">
      <xsd:simpleType>
        <xsd:restriction base="dms:Text">
          <xsd:maxLength value="255"/>
        </xsd:restriction>
      </xsd:simpleType>
    </xsd:element>
    <xsd:element name="Category" ma:index="4" ma:displayName="Category" ma:description="Recipe, Fun Day, Allergy, Food Safety, etc." ma:format="Dropdown" ma:indexed="true" ma:internalName="Category">
      <xsd:simpleType>
        <xsd:restriction base="dms:Text">
          <xsd:maxLength value="255"/>
        </xsd:restriction>
      </xsd:simpleType>
    </xsd:element>
    <xsd:element name="Date" ma:index="5" nillable="true" ma:displayName="Date" ma:default="[today]" ma:description="Version, date, year, etc." ma:format="DateOnly" ma:indexed="true" ma:internalName="Date">
      <xsd:simpleType>
        <xsd:restriction base="dms:DateTime"/>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912e36a2-49b7-4b00-ba12-1750025de1a5"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LengthInSeconds" ma:index="23" nillable="true" ma:displayName="MediaLengthInSeconds" ma:hidden="true" ma:internalName="MediaLengthInSeconds" ma:readOnly="true">
      <xsd:simpleType>
        <xsd:restriction base="dms:Unknown"/>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ADACompliant" ma:index="25" nillable="true" ma:displayName="ADA Compliant" ma:default="No" ma:format="RadioButtons" ma:internalName="ADACompliant">
      <xsd:simpleType>
        <xsd:restriction base="dms:Choice">
          <xsd:enumeration value="Yes"/>
          <xsd:enumeration value="No"/>
          <xsd:enumeration value="Choice 3"/>
        </xsd:restriction>
      </xsd:simpleType>
    </xsd:element>
    <xsd:element name="Display_x0020_Page" ma:index="26" nillable="true" ma:displayName="Display Page" ma:indexed="true" ma:internalName="Display_x0020_Page">
      <xsd:simpleType>
        <xsd:restriction base="dms:Text">
          <xsd:maxLength value="255"/>
        </xsd:restriction>
      </xsd:simpleType>
    </xsd:element>
    <xsd:element name="Document_x0020_Group" ma:index="27" nillable="true" ma:displayName="Document Group" ma:indexed="true" ma:internalName="Document_x0020_Group">
      <xsd:simpleType>
        <xsd:restriction base="dms:Text">
          <xsd:maxLength value="255"/>
        </xsd:restriction>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7ba3086-4e3e-4f0e-badc-cc089f4cf157"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808f19a-ba6f-4738-9638-fd6ee1b08939}" ma:internalName="TaxCatchAll" ma:showField="CatchAllData" ma:web="f7ba3086-4e3e-4f0e-badc-cc089f4cf15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ma:index="14"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92065F9-C9E8-4409-8E74-C6598CF901FB}">
  <ds:schemaRefs>
    <ds:schemaRef ds:uri="http://schemas.microsoft.com/office/2006/metadata/properties"/>
    <ds:schemaRef ds:uri="http://schemas.microsoft.com/office/infopath/2007/PartnerControls"/>
    <ds:schemaRef ds:uri="787d9288-0bf0-4776-baeb-6f822f4583db"/>
    <ds:schemaRef ds:uri="http://schemas.microsoft.com/sharepoint/v3"/>
    <ds:schemaRef ds:uri="f7ba3086-4e3e-4f0e-badc-cc089f4cf157"/>
    <ds:schemaRef ds:uri="4d04d222-a564-492f-9717-c518cce2205c"/>
  </ds:schemaRefs>
</ds:datastoreItem>
</file>

<file path=customXml/itemProps2.xml><?xml version="1.0" encoding="utf-8"?>
<ds:datastoreItem xmlns:ds="http://schemas.openxmlformats.org/officeDocument/2006/customXml" ds:itemID="{A22CDD0C-78D5-4DE9-AC90-D93A96839393}">
  <ds:schemaRefs>
    <ds:schemaRef ds:uri="http://schemas.microsoft.com/sharepoint/v3/contenttype/forms"/>
  </ds:schemaRefs>
</ds:datastoreItem>
</file>

<file path=customXml/itemProps3.xml><?xml version="1.0" encoding="utf-8"?>
<ds:datastoreItem xmlns:ds="http://schemas.openxmlformats.org/officeDocument/2006/customXml" ds:itemID="{3EE95695-6E95-44F7-8410-73E0A46CE83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d04d222-a564-492f-9717-c518cce2205c"/>
    <ds:schemaRef ds:uri="f7ba3086-4e3e-4f0e-badc-cc089f4cf1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cd62b7dd-4b48-44bd-90e7-e143a22c8ead}" enabled="0" method="" siteId="{cd62b7dd-4b48-44bd-90e7-e143a22c8ead}" removed="1"/>
</clbl:labelList>
</file>

<file path=docProps/app.xml><?xml version="1.0" encoding="utf-8"?>
<Properties xmlns="http://schemas.openxmlformats.org/officeDocument/2006/extended-properties" xmlns:vt="http://schemas.openxmlformats.org/officeDocument/2006/docPropsVTypes">
  <Template/>
  <TotalTime>48042</TotalTime>
  <Words>820</Words>
  <Application>Microsoft Office PowerPoint</Application>
  <PresentationFormat>Custom</PresentationFormat>
  <Paragraphs>55</Paragraphs>
  <Slides>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vt:lpstr>
      <vt:lpstr>Arial Rounded MT Bold</vt:lpstr>
      <vt:lpstr>Calibri</vt:lpstr>
      <vt:lpstr>Wingdings</vt:lpstr>
      <vt:lpstr>Office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April Newsletter Template</dc:title>
  <dc:creator>Carmen Little</dc:creator>
  <cp:keywords>ready to use, new
</cp:keywords>
  <cp:lastModifiedBy>Shrock, James</cp:lastModifiedBy>
  <cp:revision>53</cp:revision>
  <dcterms:created xsi:type="dcterms:W3CDTF">2021-09-09T19:32:57Z</dcterms:created>
  <dcterms:modified xsi:type="dcterms:W3CDTF">2026-04-10T19:05:26Z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2021-04-12T00:00:00Z</vt:filetime>
  </property>
  <property fmtid="{D5CDD505-2E9C-101B-9397-08002B2CF9AE}" pid="3" name="Creator">
    <vt:lpwstr>Canva</vt:lpwstr>
  </property>
  <property fmtid="{D5CDD505-2E9C-101B-9397-08002B2CF9AE}" pid="4" name="LastSaved">
    <vt:filetime>2021-09-09T00:00:00Z</vt:filetime>
  </property>
  <property fmtid="{D5CDD505-2E9C-101B-9397-08002B2CF9AE}" pid="5" name="ContentTypeId">
    <vt:lpwstr>0x010100D8407FDD2783CC4D9EF406EC762799FC</vt:lpwstr>
  </property>
  <property fmtid="{D5CDD505-2E9C-101B-9397-08002B2CF9AE}" pid="6" name="o2299b84a56844f0b3e22843a55b07f2">
    <vt:lpwstr>Wolfgang Puck Catering|cce7e79b-d3b6-40c0-816e-9112d5db53b7</vt:lpwstr>
  </property>
  <property fmtid="{D5CDD505-2E9C-101B-9397-08002B2CF9AE}" pid="7" name="OwlContentTargetOptionsFour">
    <vt:lpwstr/>
  </property>
  <property fmtid="{D5CDD505-2E9C-101B-9397-08002B2CF9AE}" pid="8" name="MediaServiceImageTags">
    <vt:lpwstr/>
  </property>
  <property fmtid="{D5CDD505-2E9C-101B-9397-08002B2CF9AE}" pid="9" name="OwlContentTargetOptionsThree">
    <vt:lpwstr/>
  </property>
  <property fmtid="{D5CDD505-2E9C-101B-9397-08002B2CF9AE}" pid="10" name="aae8b8b2f6b6446f8eaf6528f2afa3ed">
    <vt:lpwstr/>
  </property>
  <property fmtid="{D5CDD505-2E9C-101B-9397-08002B2CF9AE}" pid="11" name="OwlContentTargetOptionsOne">
    <vt:lpwstr>84;#Wolfgang Puck Catering|cce7e79b-d3b6-40c0-816e-9112d5db53b7</vt:lpwstr>
  </property>
  <property fmtid="{D5CDD505-2E9C-101B-9397-08002B2CF9AE}" pid="12" name="mdce353e6bde4523ba5bc5cf0ed14dac">
    <vt:lpwstr/>
  </property>
  <property fmtid="{D5CDD505-2E9C-101B-9397-08002B2CF9AE}" pid="13" name="a307835481e145e599055a0cc7665129">
    <vt:lpwstr/>
  </property>
  <property fmtid="{D5CDD505-2E9C-101B-9397-08002B2CF9AE}" pid="14" name="p2c84d4dd03943d3b2a2ecb3b17223e4">
    <vt:lpwstr/>
  </property>
  <property fmtid="{D5CDD505-2E9C-101B-9397-08002B2CF9AE}" pid="15" name="p9daea888ee24cb08c24be5868cfbc9e">
    <vt:lpwstr/>
  </property>
  <property fmtid="{D5CDD505-2E9C-101B-9397-08002B2CF9AE}" pid="16" name="OwlTags">
    <vt:lpwstr/>
  </property>
  <property fmtid="{D5CDD505-2E9C-101B-9397-08002B2CF9AE}" pid="17" name="ed318bbe71da46d9880178f213ecefc3">
    <vt:lpwstr/>
  </property>
  <property fmtid="{D5CDD505-2E9C-101B-9397-08002B2CF9AE}" pid="18" name="OwlDocPortalCategory">
    <vt:lpwstr/>
  </property>
  <property fmtid="{D5CDD505-2E9C-101B-9397-08002B2CF9AE}" pid="19" name="OwlDepartmentOwner">
    <vt:lpwstr/>
  </property>
  <property fmtid="{D5CDD505-2E9C-101B-9397-08002B2CF9AE}" pid="20" name="OwlContentTargetOptionsTwo">
    <vt:lpwstr/>
  </property>
</Properties>
</file>